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0" r:id="rId6"/>
    <p:sldId id="272" r:id="rId7"/>
    <p:sldId id="273" r:id="rId8"/>
    <p:sldId id="275" r:id="rId9"/>
    <p:sldId id="267" r:id="rId10"/>
  </p:sldIdLst>
  <p:sldSz cx="12192000" cy="6858000"/>
  <p:notesSz cx="6858000" cy="9144000"/>
  <p:defaultTextStyle>
    <a:defPPr rtl="0"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79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048C61-36D6-4B73-9AF4-D31B74104F82}" type="doc">
      <dgm:prSet loTypeId="urn:microsoft.com/office/officeart/2018/5/layout/IconCircleLabelList" loCatId="other" qsTypeId="urn:microsoft.com/office/officeart/2005/8/quickstyle/simple4" qsCatId="simple" csTypeId="urn:microsoft.com/office/officeart/2005/8/colors/accent0_3" csCatId="mainScheme" phldr="1"/>
      <dgm:spPr/>
    </dgm:pt>
    <dgm:pt modelId="{AF583F91-332F-4E72-A1E0-987BFD089F88}">
      <dgm:prSet phldrT="[Text]"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n-US" altLang="zh-CN" sz="20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MfxCanvas</a:t>
          </a:r>
          <a:endParaRPr lang="zh-CN" altLang="en-US" sz="2000" cap="none" baseline="0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64596A89-BBA0-45D0-8E22-7BBC2F943B47}" type="parTrans" cxnId="{A68E0B67-A0CF-423E-9B01-65F9A6E5BDCF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705CEAA8-675D-47C0-8F48-2F40A711E383}" type="sibTrans" cxnId="{A68E0B67-A0CF-423E-9B01-65F9A6E5BDCF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20A53C9-ECE9-46F5-88D2-D48EC507F57E}">
      <dgm:prSet phldrT="[Text]"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n-US" altLang="zh-CN" sz="20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MfxWorld</a:t>
          </a:r>
          <a:endParaRPr lang="zh-CN" altLang="en-US" sz="2000" cap="none" baseline="0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071F71CB-2E91-4706-8580-7A9507D3498C}" type="parTrans" cxnId="{06F43257-D3EF-4021-8B4C-8FF549290723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2B883F14-5874-45D7-94D5-8F5162A57A1C}" type="sibTrans" cxnId="{06F43257-D3EF-4021-8B4C-8FF549290723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F527937-CD5F-4682-B04B-CEBA79E99ED4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n-US" altLang="zh-CN" sz="20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--</a:t>
          </a:r>
          <a:endParaRPr lang="zh-CN" altLang="en-US" sz="2000" cap="none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FBFBF700-F8A4-474A-A342-2C1752EB13B8}" type="parTrans" cxnId="{FEEC04FE-33FF-4741-8C41-C1313093F66A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6609A378-B1CD-4490-BAD7-454637280DC6}" type="sibTrans" cxnId="{FEEC04FE-33FF-4741-8C41-C1313093F66A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67FFBD6F-56B0-43EB-BBD0-B4BD04E7A66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altLang="zh-CN" sz="20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MfxImage</a:t>
          </a:r>
          <a:endParaRPr lang="zh-CN" altLang="en-US" sz="2000" cap="none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467E952F-FCBD-4614-9654-273CCC048B2A}" type="parTrans" cxnId="{A2A8C156-4F81-4A90-B08E-225C5B39F500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997EED20-EB8B-4654-845F-95E376501A61}" type="sibTrans" cxnId="{A2A8C156-4F81-4A90-B08E-225C5B39F500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BBF80FC7-D448-4483-A6C9-4EAE4BE5CAF2}" type="pres">
      <dgm:prSet presAssocID="{23048C61-36D6-4B73-9AF4-D31B74104F82}" presName="root" presStyleCnt="0">
        <dgm:presLayoutVars>
          <dgm:dir/>
          <dgm:resizeHandles val="exact"/>
        </dgm:presLayoutVars>
      </dgm:prSet>
      <dgm:spPr/>
    </dgm:pt>
    <dgm:pt modelId="{1CB2887D-20AE-4102-930D-CD170E422C5F}" type="pres">
      <dgm:prSet presAssocID="{AF583F91-332F-4E72-A1E0-987BFD089F88}" presName="compNode" presStyleCnt="0"/>
      <dgm:spPr/>
    </dgm:pt>
    <dgm:pt modelId="{B99A65BE-757B-4D84-B5FE-48104FC06414}" type="pres">
      <dgm:prSet presAssocID="{AF583F91-332F-4E72-A1E0-987BFD089F88}" presName="iconBgRect" presStyleLbl="bgShp" presStyleIdx="0" presStyleCnt="4"/>
      <dgm:spPr>
        <a:noFill/>
      </dgm:spPr>
    </dgm:pt>
    <dgm:pt modelId="{7EEB8DAD-99AC-4FE8-BD91-AB3BBD920121}" type="pres">
      <dgm:prSet presAssocID="{AF583F91-332F-4E72-A1E0-987BFD089F8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86FC1905-CC68-4E87-A989-7A09ED799ACD}" type="pres">
      <dgm:prSet presAssocID="{AF583F91-332F-4E72-A1E0-987BFD089F88}" presName="spaceRect" presStyleCnt="0"/>
      <dgm:spPr/>
    </dgm:pt>
    <dgm:pt modelId="{A2D6B74B-D7F6-461D-9A3E-29AE873A88E7}" type="pres">
      <dgm:prSet presAssocID="{AF583F91-332F-4E72-A1E0-987BFD089F88}" presName="textRect" presStyleLbl="revTx" presStyleIdx="0" presStyleCnt="4" custLinFactNeighborY="-71795">
        <dgm:presLayoutVars>
          <dgm:chMax val="1"/>
          <dgm:chPref val="1"/>
        </dgm:presLayoutVars>
      </dgm:prSet>
      <dgm:spPr/>
    </dgm:pt>
    <dgm:pt modelId="{C3C50DCF-AD83-48B8-84E3-B3AFA60C3F8D}" type="pres">
      <dgm:prSet presAssocID="{705CEAA8-675D-47C0-8F48-2F40A711E383}" presName="sibTrans" presStyleCnt="0"/>
      <dgm:spPr/>
    </dgm:pt>
    <dgm:pt modelId="{DDDA15A8-587D-4B5D-A7BE-FB262C0CAF4E}" type="pres">
      <dgm:prSet presAssocID="{520A53C9-ECE9-46F5-88D2-D48EC507F57E}" presName="compNode" presStyleCnt="0"/>
      <dgm:spPr/>
    </dgm:pt>
    <dgm:pt modelId="{ADBD35B6-559C-4E4F-9574-4BA9274B6091}" type="pres">
      <dgm:prSet presAssocID="{520A53C9-ECE9-46F5-88D2-D48EC507F57E}" presName="iconBgRect" presStyleLbl="bgShp" presStyleIdx="1" presStyleCnt="4" custLinFactNeighborX="-19312"/>
      <dgm:spPr>
        <a:noFill/>
      </dgm:spPr>
    </dgm:pt>
    <dgm:pt modelId="{B868A014-8E16-413C-B8AE-3003DEB6A9F2}" type="pres">
      <dgm:prSet presAssocID="{520A53C9-ECE9-46F5-88D2-D48EC507F57E}" presName="iconRect" presStyleLbl="node1" presStyleIdx="1" presStyleCnt="4" custLinFactNeighborX="-3364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48EBF2C-CCD0-4E01-9A73-A0DE921C18F0}" type="pres">
      <dgm:prSet presAssocID="{520A53C9-ECE9-46F5-88D2-D48EC507F57E}" presName="spaceRect" presStyleCnt="0"/>
      <dgm:spPr/>
    </dgm:pt>
    <dgm:pt modelId="{0DCE97C5-E889-40B4-8BE0-94BAA197A527}" type="pres">
      <dgm:prSet presAssocID="{520A53C9-ECE9-46F5-88D2-D48EC507F57E}" presName="textRect" presStyleLbl="revTx" presStyleIdx="1" presStyleCnt="4" custLinFactNeighborX="-11776" custLinFactNeighborY="-71795">
        <dgm:presLayoutVars>
          <dgm:chMax val="1"/>
          <dgm:chPref val="1"/>
        </dgm:presLayoutVars>
      </dgm:prSet>
      <dgm:spPr/>
    </dgm:pt>
    <dgm:pt modelId="{28600D5A-B3F1-42A9-A790-B2733331BD58}" type="pres">
      <dgm:prSet presAssocID="{2B883F14-5874-45D7-94D5-8F5162A57A1C}" presName="sibTrans" presStyleCnt="0"/>
      <dgm:spPr/>
    </dgm:pt>
    <dgm:pt modelId="{083D6136-A58E-46F1-A866-3D3D120706A2}" type="pres">
      <dgm:prSet presAssocID="{5F527937-CD5F-4682-B04B-CEBA79E99ED4}" presName="compNode" presStyleCnt="0"/>
      <dgm:spPr/>
    </dgm:pt>
    <dgm:pt modelId="{7C7730D2-6F5C-4C07-B6C9-7B78FB830E86}" type="pres">
      <dgm:prSet presAssocID="{5F527937-CD5F-4682-B04B-CEBA79E99ED4}" presName="iconBgRect" presStyleLbl="bgShp" presStyleIdx="2" presStyleCnt="4" custLinFactNeighborY="-95352"/>
      <dgm:spPr>
        <a:noFill/>
      </dgm:spPr>
    </dgm:pt>
    <dgm:pt modelId="{73DE5867-8622-4ECE-BF05-C44C4A70ACD9}" type="pres">
      <dgm:prSet presAssocID="{5F527937-CD5F-4682-B04B-CEBA79E99ED4}" presName="iconRect" presStyleLbl="node1" presStyleIdx="2" presStyleCnt="4" custLinFactY="-91422" custLinFactNeighborY="-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olin"/>
        </a:ext>
      </dgm:extLst>
    </dgm:pt>
    <dgm:pt modelId="{F4DE9A7E-7688-460B-B8B9-0ED123555AC3}" type="pres">
      <dgm:prSet presAssocID="{5F527937-CD5F-4682-B04B-CEBA79E99ED4}" presName="spaceRect" presStyleCnt="0"/>
      <dgm:spPr/>
    </dgm:pt>
    <dgm:pt modelId="{9A1458B1-9A61-4DC2-8626-D1B5B6AAF481}" type="pres">
      <dgm:prSet presAssocID="{5F527937-CD5F-4682-B04B-CEBA79E99ED4}" presName="textRect" presStyleLbl="revTx" presStyleIdx="2" presStyleCnt="4" custLinFactY="-100000" custLinFactNeighborY="-128245">
        <dgm:presLayoutVars>
          <dgm:chMax val="1"/>
          <dgm:chPref val="1"/>
        </dgm:presLayoutVars>
      </dgm:prSet>
      <dgm:spPr/>
    </dgm:pt>
    <dgm:pt modelId="{4724C23C-407F-482F-A2D0-67F596F6CFCA}" type="pres">
      <dgm:prSet presAssocID="{6609A378-B1CD-4490-BAD7-454637280DC6}" presName="sibTrans" presStyleCnt="0"/>
      <dgm:spPr/>
    </dgm:pt>
    <dgm:pt modelId="{6FE1ADDD-0990-4D75-A5D5-EF81AF9FA32C}" type="pres">
      <dgm:prSet presAssocID="{67FFBD6F-56B0-43EB-BBD0-B4BD04E7A66C}" presName="compNode" presStyleCnt="0"/>
      <dgm:spPr/>
    </dgm:pt>
    <dgm:pt modelId="{36278FB6-E1FB-41C5-9E64-C3CD6347D9EE}" type="pres">
      <dgm:prSet presAssocID="{67FFBD6F-56B0-43EB-BBD0-B4BD04E7A66C}" presName="iconBgRect" presStyleLbl="bgShp" presStyleIdx="3" presStyleCnt="4" custLinFactNeighborX="-19312" custLinFactNeighborY="-95352"/>
      <dgm:spPr>
        <a:noFill/>
      </dgm:spPr>
    </dgm:pt>
    <dgm:pt modelId="{DFA4AADF-7CE3-49CE-9266-1FF1685AE72B}" type="pres">
      <dgm:prSet presAssocID="{67FFBD6F-56B0-43EB-BBD0-B4BD04E7A66C}" presName="iconRect" presStyleLbl="node1" presStyleIdx="3" presStyleCnt="4" custLinFactY="-91422" custLinFactNeighborX="-33649" custLinFactNeighborY="-10000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664BDC54-3C32-4107-A9C7-14DDE767E150}" type="pres">
      <dgm:prSet presAssocID="{67FFBD6F-56B0-43EB-BBD0-B4BD04E7A66C}" presName="spaceRect" presStyleCnt="0"/>
      <dgm:spPr/>
    </dgm:pt>
    <dgm:pt modelId="{E1F920E6-D82F-406A-9C4B-D9A87DB39F98}" type="pres">
      <dgm:prSet presAssocID="{67FFBD6F-56B0-43EB-BBD0-B4BD04E7A66C}" presName="textRect" presStyleLbl="revTx" presStyleIdx="3" presStyleCnt="4" custLinFactY="-100000" custLinFactNeighborX="-11776" custLinFactNeighborY="-128245">
        <dgm:presLayoutVars>
          <dgm:chMax val="1"/>
          <dgm:chPref val="1"/>
        </dgm:presLayoutVars>
      </dgm:prSet>
      <dgm:spPr/>
    </dgm:pt>
  </dgm:ptLst>
  <dgm:cxnLst>
    <dgm:cxn modelId="{05B12F0F-6F0A-49C6-AC8A-4567B312BFC0}" type="presOf" srcId="{23048C61-36D6-4B73-9AF4-D31B74104F82}" destId="{BBF80FC7-D448-4483-A6C9-4EAE4BE5CAF2}" srcOrd="0" destOrd="0" presId="urn:microsoft.com/office/officeart/2018/5/layout/IconCircleLabelList"/>
    <dgm:cxn modelId="{B08A5928-0428-4FCE-A1D0-9A9FF09077A8}" type="presOf" srcId="{520A53C9-ECE9-46F5-88D2-D48EC507F57E}" destId="{0DCE97C5-E889-40B4-8BE0-94BAA197A527}" srcOrd="0" destOrd="0" presId="urn:microsoft.com/office/officeart/2018/5/layout/IconCircleLabelList"/>
    <dgm:cxn modelId="{7BA2753E-F22F-4DED-85A6-7BD4D9E8C9ED}" type="presOf" srcId="{5F527937-CD5F-4682-B04B-CEBA79E99ED4}" destId="{9A1458B1-9A61-4DC2-8626-D1B5B6AAF481}" srcOrd="0" destOrd="0" presId="urn:microsoft.com/office/officeart/2018/5/layout/IconCircleLabelList"/>
    <dgm:cxn modelId="{A68E0B67-A0CF-423E-9B01-65F9A6E5BDCF}" srcId="{23048C61-36D6-4B73-9AF4-D31B74104F82}" destId="{AF583F91-332F-4E72-A1E0-987BFD089F88}" srcOrd="0" destOrd="0" parTransId="{64596A89-BBA0-45D0-8E22-7BBC2F943B47}" sibTransId="{705CEAA8-675D-47C0-8F48-2F40A711E383}"/>
    <dgm:cxn modelId="{A2A8C156-4F81-4A90-B08E-225C5B39F500}" srcId="{23048C61-36D6-4B73-9AF4-D31B74104F82}" destId="{67FFBD6F-56B0-43EB-BBD0-B4BD04E7A66C}" srcOrd="3" destOrd="0" parTransId="{467E952F-FCBD-4614-9654-273CCC048B2A}" sibTransId="{997EED20-EB8B-4654-845F-95E376501A61}"/>
    <dgm:cxn modelId="{06F43257-D3EF-4021-8B4C-8FF549290723}" srcId="{23048C61-36D6-4B73-9AF4-D31B74104F82}" destId="{520A53C9-ECE9-46F5-88D2-D48EC507F57E}" srcOrd="1" destOrd="0" parTransId="{071F71CB-2E91-4706-8580-7A9507D3498C}" sibTransId="{2B883F14-5874-45D7-94D5-8F5162A57A1C}"/>
    <dgm:cxn modelId="{AD95718B-F7A3-4800-BE50-579D98FB2CD8}" type="presOf" srcId="{AF583F91-332F-4E72-A1E0-987BFD089F88}" destId="{A2D6B74B-D7F6-461D-9A3E-29AE873A88E7}" srcOrd="0" destOrd="0" presId="urn:microsoft.com/office/officeart/2018/5/layout/IconCircleLabelList"/>
    <dgm:cxn modelId="{018D8498-9748-48EF-AF04-32A4DC5691ED}" type="presOf" srcId="{67FFBD6F-56B0-43EB-BBD0-B4BD04E7A66C}" destId="{E1F920E6-D82F-406A-9C4B-D9A87DB39F98}" srcOrd="0" destOrd="0" presId="urn:microsoft.com/office/officeart/2018/5/layout/IconCircleLabelList"/>
    <dgm:cxn modelId="{FEEC04FE-33FF-4741-8C41-C1313093F66A}" srcId="{23048C61-36D6-4B73-9AF4-D31B74104F82}" destId="{5F527937-CD5F-4682-B04B-CEBA79E99ED4}" srcOrd="2" destOrd="0" parTransId="{FBFBF700-F8A4-474A-A342-2C1752EB13B8}" sibTransId="{6609A378-B1CD-4490-BAD7-454637280DC6}"/>
    <dgm:cxn modelId="{9177DF96-F800-4444-A506-0900FCD8B68A}" type="presParOf" srcId="{BBF80FC7-D448-4483-A6C9-4EAE4BE5CAF2}" destId="{1CB2887D-20AE-4102-930D-CD170E422C5F}" srcOrd="0" destOrd="0" presId="urn:microsoft.com/office/officeart/2018/5/layout/IconCircleLabelList"/>
    <dgm:cxn modelId="{7A6B77C7-D16E-4505-95AD-F6F798DC4B26}" type="presParOf" srcId="{1CB2887D-20AE-4102-930D-CD170E422C5F}" destId="{B99A65BE-757B-4D84-B5FE-48104FC06414}" srcOrd="0" destOrd="0" presId="urn:microsoft.com/office/officeart/2018/5/layout/IconCircleLabelList"/>
    <dgm:cxn modelId="{FC4108CD-605B-4A0C-9A5D-1066EC2EE49A}" type="presParOf" srcId="{1CB2887D-20AE-4102-930D-CD170E422C5F}" destId="{7EEB8DAD-99AC-4FE8-BD91-AB3BBD920121}" srcOrd="1" destOrd="0" presId="urn:microsoft.com/office/officeart/2018/5/layout/IconCircleLabelList"/>
    <dgm:cxn modelId="{DE55D038-7474-42D7-954B-E243E84618B2}" type="presParOf" srcId="{1CB2887D-20AE-4102-930D-CD170E422C5F}" destId="{86FC1905-CC68-4E87-A989-7A09ED799ACD}" srcOrd="2" destOrd="0" presId="urn:microsoft.com/office/officeart/2018/5/layout/IconCircleLabelList"/>
    <dgm:cxn modelId="{42E105ED-8042-4C65-B9AD-62034CE50101}" type="presParOf" srcId="{1CB2887D-20AE-4102-930D-CD170E422C5F}" destId="{A2D6B74B-D7F6-461D-9A3E-29AE873A88E7}" srcOrd="3" destOrd="0" presId="urn:microsoft.com/office/officeart/2018/5/layout/IconCircleLabelList"/>
    <dgm:cxn modelId="{A14E7826-F652-4235-A09A-D6DB4F472E35}" type="presParOf" srcId="{BBF80FC7-D448-4483-A6C9-4EAE4BE5CAF2}" destId="{C3C50DCF-AD83-48B8-84E3-B3AFA60C3F8D}" srcOrd="1" destOrd="0" presId="urn:microsoft.com/office/officeart/2018/5/layout/IconCircleLabelList"/>
    <dgm:cxn modelId="{C8E07313-64BE-4F3B-BA16-21C2243B78F0}" type="presParOf" srcId="{BBF80FC7-D448-4483-A6C9-4EAE4BE5CAF2}" destId="{DDDA15A8-587D-4B5D-A7BE-FB262C0CAF4E}" srcOrd="2" destOrd="0" presId="urn:microsoft.com/office/officeart/2018/5/layout/IconCircleLabelList"/>
    <dgm:cxn modelId="{11D46087-662B-4FB0-AB5B-1C6ADF8F217F}" type="presParOf" srcId="{DDDA15A8-587D-4B5D-A7BE-FB262C0CAF4E}" destId="{ADBD35B6-559C-4E4F-9574-4BA9274B6091}" srcOrd="0" destOrd="0" presId="urn:microsoft.com/office/officeart/2018/5/layout/IconCircleLabelList"/>
    <dgm:cxn modelId="{45305C69-A4D1-4592-BF1F-488F851C2E72}" type="presParOf" srcId="{DDDA15A8-587D-4B5D-A7BE-FB262C0CAF4E}" destId="{B868A014-8E16-413C-B8AE-3003DEB6A9F2}" srcOrd="1" destOrd="0" presId="urn:microsoft.com/office/officeart/2018/5/layout/IconCircleLabelList"/>
    <dgm:cxn modelId="{00612BFE-89DD-48E9-8E84-F5D1305A62BF}" type="presParOf" srcId="{DDDA15A8-587D-4B5D-A7BE-FB262C0CAF4E}" destId="{E48EBF2C-CCD0-4E01-9A73-A0DE921C18F0}" srcOrd="2" destOrd="0" presId="urn:microsoft.com/office/officeart/2018/5/layout/IconCircleLabelList"/>
    <dgm:cxn modelId="{8E9D7D65-FF3C-461D-A899-41626B03C0F6}" type="presParOf" srcId="{DDDA15A8-587D-4B5D-A7BE-FB262C0CAF4E}" destId="{0DCE97C5-E889-40B4-8BE0-94BAA197A527}" srcOrd="3" destOrd="0" presId="urn:microsoft.com/office/officeart/2018/5/layout/IconCircleLabelList"/>
    <dgm:cxn modelId="{5B069564-2257-4334-AB24-2BC45BA896A6}" type="presParOf" srcId="{BBF80FC7-D448-4483-A6C9-4EAE4BE5CAF2}" destId="{28600D5A-B3F1-42A9-A790-B2733331BD58}" srcOrd="3" destOrd="0" presId="urn:microsoft.com/office/officeart/2018/5/layout/IconCircleLabelList"/>
    <dgm:cxn modelId="{73B81779-D6F7-4B0E-900E-394D99B353B3}" type="presParOf" srcId="{BBF80FC7-D448-4483-A6C9-4EAE4BE5CAF2}" destId="{083D6136-A58E-46F1-A866-3D3D120706A2}" srcOrd="4" destOrd="0" presId="urn:microsoft.com/office/officeart/2018/5/layout/IconCircleLabelList"/>
    <dgm:cxn modelId="{D4A076EE-3EF2-468E-B65E-B43516881C15}" type="presParOf" srcId="{083D6136-A58E-46F1-A866-3D3D120706A2}" destId="{7C7730D2-6F5C-4C07-B6C9-7B78FB830E86}" srcOrd="0" destOrd="0" presId="urn:microsoft.com/office/officeart/2018/5/layout/IconCircleLabelList"/>
    <dgm:cxn modelId="{3B0ED5D5-CEF5-4086-B276-41E7BC4DD0AE}" type="presParOf" srcId="{083D6136-A58E-46F1-A866-3D3D120706A2}" destId="{73DE5867-8622-4ECE-BF05-C44C4A70ACD9}" srcOrd="1" destOrd="0" presId="urn:microsoft.com/office/officeart/2018/5/layout/IconCircleLabelList"/>
    <dgm:cxn modelId="{EFDFEEB2-8098-42CA-992E-9B3E09460CDA}" type="presParOf" srcId="{083D6136-A58E-46F1-A866-3D3D120706A2}" destId="{F4DE9A7E-7688-460B-B8B9-0ED123555AC3}" srcOrd="2" destOrd="0" presId="urn:microsoft.com/office/officeart/2018/5/layout/IconCircleLabelList"/>
    <dgm:cxn modelId="{0CE4EF0C-A9E0-4F18-9C12-E0A526EFDE2C}" type="presParOf" srcId="{083D6136-A58E-46F1-A866-3D3D120706A2}" destId="{9A1458B1-9A61-4DC2-8626-D1B5B6AAF481}" srcOrd="3" destOrd="0" presId="urn:microsoft.com/office/officeart/2018/5/layout/IconCircleLabelList"/>
    <dgm:cxn modelId="{AD1BB634-B780-4F0D-97D1-C03AC7A4ACA9}" type="presParOf" srcId="{BBF80FC7-D448-4483-A6C9-4EAE4BE5CAF2}" destId="{4724C23C-407F-482F-A2D0-67F596F6CFCA}" srcOrd="5" destOrd="0" presId="urn:microsoft.com/office/officeart/2018/5/layout/IconCircleLabelList"/>
    <dgm:cxn modelId="{43CD0A8C-F208-4397-9E4F-4EFDDD1C471F}" type="presParOf" srcId="{BBF80FC7-D448-4483-A6C9-4EAE4BE5CAF2}" destId="{6FE1ADDD-0990-4D75-A5D5-EF81AF9FA32C}" srcOrd="6" destOrd="0" presId="urn:microsoft.com/office/officeart/2018/5/layout/IconCircleLabelList"/>
    <dgm:cxn modelId="{2C86013F-9F2B-467E-A3C3-CC86A889A19A}" type="presParOf" srcId="{6FE1ADDD-0990-4D75-A5D5-EF81AF9FA32C}" destId="{36278FB6-E1FB-41C5-9E64-C3CD6347D9EE}" srcOrd="0" destOrd="0" presId="urn:microsoft.com/office/officeart/2018/5/layout/IconCircleLabelList"/>
    <dgm:cxn modelId="{C1E93950-F73E-4082-89BB-3EE260072231}" type="presParOf" srcId="{6FE1ADDD-0990-4D75-A5D5-EF81AF9FA32C}" destId="{DFA4AADF-7CE3-49CE-9266-1FF1685AE72B}" srcOrd="1" destOrd="0" presId="urn:microsoft.com/office/officeart/2018/5/layout/IconCircleLabelList"/>
    <dgm:cxn modelId="{38886F3A-5FC8-4985-9906-B5DF45B7232B}" type="presParOf" srcId="{6FE1ADDD-0990-4D75-A5D5-EF81AF9FA32C}" destId="{664BDC54-3C32-4107-A9C7-14DDE767E150}" srcOrd="2" destOrd="0" presId="urn:microsoft.com/office/officeart/2018/5/layout/IconCircleLabelList"/>
    <dgm:cxn modelId="{CD2EC769-493B-4B65-8116-E229A398DC8E}" type="presParOf" srcId="{6FE1ADDD-0990-4D75-A5D5-EF81AF9FA32C}" destId="{E1F920E6-D82F-406A-9C4B-D9A87DB39F9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A65BE-757B-4D84-B5FE-48104FC06414}">
      <dsp:nvSpPr>
        <dsp:cNvPr id="0" name=""/>
        <dsp:cNvSpPr/>
      </dsp:nvSpPr>
      <dsp:spPr>
        <a:xfrm>
          <a:off x="1019655" y="15299"/>
          <a:ext cx="1098000" cy="1098000"/>
        </a:xfrm>
        <a:prstGeom prst="ellipse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EEB8DAD-99AC-4FE8-BD91-AB3BBD920121}">
      <dsp:nvSpPr>
        <dsp:cNvPr id="0" name=""/>
        <dsp:cNvSpPr/>
      </dsp:nvSpPr>
      <dsp:spPr>
        <a:xfrm>
          <a:off x="1253655" y="24929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D6B74B-D7F6-461D-9A3E-29AE873A88E7}">
      <dsp:nvSpPr>
        <dsp:cNvPr id="0" name=""/>
        <dsp:cNvSpPr/>
      </dsp:nvSpPr>
      <dsp:spPr>
        <a:xfrm>
          <a:off x="668655" y="9383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000" kern="12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MfxCanvas</a:t>
          </a:r>
          <a:endParaRPr lang="zh-CN" altLang="en-US" sz="2000" kern="1200" cap="none" baseline="0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668655" y="938375"/>
        <a:ext cx="1800000" cy="720000"/>
      </dsp:txXfrm>
    </dsp:sp>
    <dsp:sp modelId="{ADBD35B6-559C-4E4F-9574-4BA9274B6091}">
      <dsp:nvSpPr>
        <dsp:cNvPr id="0" name=""/>
        <dsp:cNvSpPr/>
      </dsp:nvSpPr>
      <dsp:spPr>
        <a:xfrm>
          <a:off x="2922609" y="15299"/>
          <a:ext cx="1098000" cy="1098000"/>
        </a:xfrm>
        <a:prstGeom prst="ellipse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868A014-8E16-413C-B8AE-3003DEB6A9F2}">
      <dsp:nvSpPr>
        <dsp:cNvPr id="0" name=""/>
        <dsp:cNvSpPr/>
      </dsp:nvSpPr>
      <dsp:spPr>
        <a:xfrm>
          <a:off x="3156666" y="249299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DCE97C5-E889-40B4-8BE0-94BAA197A527}">
      <dsp:nvSpPr>
        <dsp:cNvPr id="0" name=""/>
        <dsp:cNvSpPr/>
      </dsp:nvSpPr>
      <dsp:spPr>
        <a:xfrm>
          <a:off x="2571687" y="9383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000" kern="12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MfxWorld</a:t>
          </a:r>
          <a:endParaRPr lang="zh-CN" altLang="en-US" sz="2000" kern="1200" cap="none" baseline="0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2571687" y="938375"/>
        <a:ext cx="1800000" cy="720000"/>
      </dsp:txXfrm>
    </dsp:sp>
    <dsp:sp modelId="{7C7730D2-6F5C-4C07-B6C9-7B78FB830E86}">
      <dsp:nvSpPr>
        <dsp:cNvPr id="0" name=""/>
        <dsp:cNvSpPr/>
      </dsp:nvSpPr>
      <dsp:spPr>
        <a:xfrm>
          <a:off x="1019655" y="1578334"/>
          <a:ext cx="1098000" cy="1098000"/>
        </a:xfrm>
        <a:prstGeom prst="ellipse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3DE5867-8622-4ECE-BF05-C44C4A70ACD9}">
      <dsp:nvSpPr>
        <dsp:cNvPr id="0" name=""/>
        <dsp:cNvSpPr/>
      </dsp:nvSpPr>
      <dsp:spPr>
        <a:xfrm>
          <a:off x="1253655" y="165334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1458B1-9A61-4DC2-8626-D1B5B6AAF481}">
      <dsp:nvSpPr>
        <dsp:cNvPr id="0" name=""/>
        <dsp:cNvSpPr/>
      </dsp:nvSpPr>
      <dsp:spPr>
        <a:xfrm>
          <a:off x="668655" y="242193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000" kern="12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--</a:t>
          </a:r>
          <a:endParaRPr lang="zh-CN" altLang="en-US" sz="2000" kern="1200" cap="none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668655" y="2421935"/>
        <a:ext cx="1800000" cy="720000"/>
      </dsp:txXfrm>
    </dsp:sp>
    <dsp:sp modelId="{36278FB6-E1FB-41C5-9E64-C3CD6347D9EE}">
      <dsp:nvSpPr>
        <dsp:cNvPr id="0" name=""/>
        <dsp:cNvSpPr/>
      </dsp:nvSpPr>
      <dsp:spPr>
        <a:xfrm>
          <a:off x="2922609" y="1578334"/>
          <a:ext cx="1098000" cy="1098000"/>
        </a:xfrm>
        <a:prstGeom prst="ellipse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FA4AADF-7CE3-49CE-9266-1FF1685AE72B}">
      <dsp:nvSpPr>
        <dsp:cNvPr id="0" name=""/>
        <dsp:cNvSpPr/>
      </dsp:nvSpPr>
      <dsp:spPr>
        <a:xfrm>
          <a:off x="3156666" y="165334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F920E6-D82F-406A-9C4B-D9A87DB39F98}">
      <dsp:nvSpPr>
        <dsp:cNvPr id="0" name=""/>
        <dsp:cNvSpPr/>
      </dsp:nvSpPr>
      <dsp:spPr>
        <a:xfrm>
          <a:off x="2571687" y="242193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MfxImage</a:t>
          </a:r>
          <a:endParaRPr lang="zh-CN" altLang="en-US" sz="2000" kern="1200" cap="none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2571687" y="2421935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F4C1764-85D5-4493-AFF2-102C8CCDCA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00AE9B-9313-4400-88A6-DB6F0E5188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DAA84-C05F-4361-BB92-985E6458983C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2021/5/30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47E4FE-538D-4A0C-A9D3-AA0A46C882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7FF196-9239-49DE-B864-9827F816EE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099C3-1D58-488C-8A59-AD905521D93D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898401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0D609F2-9C8B-4433-B7B4-CB968606847D}" type="datetime1">
              <a:rPr lang="zh-CN" altLang="en-US" smtClean="0"/>
              <a:pPr/>
              <a:t>2021/5/30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B704540-4696-4E63-A5FC-A54ECE210F6D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209548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215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169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991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 rtlCol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标题 9">
            <a:extLst>
              <a:ext uri="{FF2B5EF4-FFF2-40B4-BE49-F238E27FC236}">
                <a16:creationId xmlns:a16="http://schemas.microsoft.com/office/drawing/2014/main" id="{FCB00443-8D35-47B1-AA0F-1117D1B1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4" name="日期占位符 13">
            <a:extLst>
              <a:ext uri="{FF2B5EF4-FFF2-40B4-BE49-F238E27FC236}">
                <a16:creationId xmlns:a16="http://schemas.microsoft.com/office/drawing/2014/main" id="{5D566128-BAD4-4CE3-B642-6AAECBA9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78EA6-6BBA-4547-A9C3-E37A10EB4050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59BA1A66-E3E5-407F-8072-6203723C5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55802052-795F-406F-AE3D-12911F82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70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 rtlCol="0" anchor="t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33" name="直接连接符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5FCE2245-B488-4A15-9956-4E1492E8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9DAAE9-E318-48E6-813E-0B00F91DE71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B6BFD01-D9C3-4334-8659-5AAEA561D88D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6CB50514-A48F-49D9-862C-CE2BD3DADB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75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454239" y="3806195"/>
            <a:ext cx="8630446" cy="1012929"/>
          </a:xfrm>
        </p:spPr>
        <p:txBody>
          <a:bodyPr tIns="91440" rtlCol="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15" name="直接连接符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BA9436-CD7C-4507-9AEB-B7A755B8EA6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1387ACB-D098-4F3D-AB16-D5A695917FEE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740299-850C-40D7-86F0-B8AD2072C15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97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447331" y="2010878"/>
            <a:ext cx="4645152" cy="3448595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413771" y="2017343"/>
            <a:ext cx="4645152" cy="3441520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35" name="直接连接符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17D89E-12C3-4BBE-A5C0-A5F87C38DD8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F2E6527-83C1-49A4-B0FA-2B9273E2D872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7B5359-65B2-4267-B155-C4219C1B719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664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447191" y="2019549"/>
            <a:ext cx="4645152" cy="801943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1447191" y="2824269"/>
            <a:ext cx="4645152" cy="2644457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412362" y="2023003"/>
            <a:ext cx="4645152" cy="802237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412362" y="2821491"/>
            <a:ext cx="4645152" cy="2637371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29" name="直接连接符​​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4C23CB-8425-4907-AC7E-99AA0B85EBC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D47AD24-A05B-4336-8DF0-211FDF9666BB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8D8838-F441-413A-B2F9-C247E3E60A9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41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25" name="直接连接符​​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8DEF35-7D47-49AA-83D7-FFD58BE8191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AE058E-B948-4697-AFB9-A245779F03AC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C7B908-EB97-472F-8868-0A6BE1136DF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890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CCB66D-3D5D-4D67-B39F-513E4BFC6D7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7EB488D-73B9-44F6-B5D4-BD42EDC4196B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317D16-B2C1-448F-89D7-EA7AFF96AA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10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rtlCol="0" anchor="b">
            <a:normAutofit/>
          </a:bodyPr>
          <a:lstStyle>
            <a:lvl1pPr algn="l">
              <a:defRPr sz="2400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043714" y="798974"/>
            <a:ext cx="6012470" cy="4658826"/>
          </a:xfrm>
        </p:spPr>
        <p:txBody>
          <a:bodyPr rtlCol="0" anchor="ctr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444671" y="3205491"/>
            <a:ext cx="3275013" cy="2248181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17" name="直接连接符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E471F7-B3BA-4A51-A9D3-52083975B70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CBDD0CB-8D83-49D3-BA6E-23ADCC4DEF0A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2385D2-358D-4333-90B8-D1EF540B2C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56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长方形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长方形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rtlCol="0"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450329" y="3145992"/>
            <a:ext cx="5524404" cy="2003742"/>
          </a:xfrm>
        </p:spPr>
        <p:txBody>
          <a:bodyPr rtlCol="0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31" name="直接连接符​​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D23D12-1E4E-41BA-956C-A114626FF55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56A693A-4D03-4056-8614-D2A0BAB5F183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DBA164-DEC8-4681-A9E0-1629AA44ED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98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垂直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26" name="直接连接符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CA5CDF-2FB5-4122-B44F-8AF286CA165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6E961D-20C3-4965-BAE6-FA6D060660CE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B57C1B-BE01-4051-93B3-35DAD7422F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375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垂直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7178" y="804519"/>
            <a:ext cx="2531337" cy="1049235"/>
          </a:xfrm>
        </p:spPr>
        <p:txBody>
          <a:bodyPr rtlCol="0"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单击此处编辑</a:t>
            </a:r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537178" y="2015732"/>
            <a:ext cx="2531337" cy="3450613"/>
          </a:xfrm>
        </p:spPr>
        <p:txBody>
          <a:bodyPr vert="horz" rtlCol="0">
            <a:normAutofit/>
          </a:bodyPr>
          <a:lstStyle>
            <a:lvl1pPr marL="0" indent="457200" algn="l">
              <a:buNone/>
              <a:defRPr sz="2000"/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26" name="直接连接符 25"/>
          <p:cNvCxnSpPr>
            <a:cxnSpLocks/>
          </p:cNvCxnSpPr>
          <p:nvPr/>
        </p:nvCxnSpPr>
        <p:spPr>
          <a:xfrm>
            <a:off x="539495" y="1847088"/>
            <a:ext cx="253245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垂直文本占位符 2">
            <a:extLst>
              <a:ext uri="{FF2B5EF4-FFF2-40B4-BE49-F238E27FC236}">
                <a16:creationId xmlns:a16="http://schemas.microsoft.com/office/drawing/2014/main" id="{62AF162D-8593-4021-A02B-AB5201D61C4B}"/>
              </a:ext>
            </a:extLst>
          </p:cNvPr>
          <p:cNvSpPr>
            <a:spLocks noGrp="1"/>
          </p:cNvSpPr>
          <p:nvPr>
            <p:ph type="body" orient="vert" idx="12" hasCustomPrompt="1"/>
          </p:nvPr>
        </p:nvSpPr>
        <p:spPr>
          <a:xfrm>
            <a:off x="3239347" y="804519"/>
            <a:ext cx="8413157" cy="4661824"/>
          </a:xfrm>
        </p:spPr>
        <p:txBody>
          <a:bodyPr vert="horz" rtlCol="0">
            <a:normAutofit/>
          </a:bodyPr>
          <a:lstStyle>
            <a:lvl1pPr marL="0" indent="457200" algn="l">
              <a:buNone/>
              <a:defRPr sz="2000"/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7B383E-F153-41F6-9BB7-8BF13D87FF7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73DB424-83DB-4580-B4BC-ECF78007F5C4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3E8B5D-495D-4C8C-A85B-98B9EB6E8DD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A6E65A-C210-4015-A081-8DBBF4E40B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507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444672" y="798973"/>
            <a:ext cx="7828830" cy="4659889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15" name="直接连接符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6369EE-A240-4E3B-ABA3-AF03B560AF8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BB7B0ED-0D27-4DA1-91A7-842075061C10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5EE968-A2B0-4A55-A061-711684C134A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07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22F896-40B5-4ADD-8801-0D06FADFA095}" type="slidenum">
              <a:rPr lang="en-US" altLang="zh-CN" smtClean="0"/>
              <a:pPr/>
              <a:t>‹#›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D0EB57-111A-4B2A-A413-5C6D20588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284" y="6313361"/>
            <a:ext cx="777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rgbClr val="92D050"/>
                </a:solidFill>
                <a:highlight>
                  <a:srgbClr val="000000"/>
                </a:highlight>
                <a:latin typeface="Consolas" panose="020B0609020204030204" pitchFamily="49" charset="0"/>
              </a:defRPr>
            </a:lvl1pPr>
          </a:lstStyle>
          <a:p>
            <a:r>
              <a:rPr lang="en-US" altLang="zh-CN"/>
              <a:t>yishengjun@gmail.com</a:t>
            </a:r>
            <a:endParaRPr lang="zh-CN" altLang="en-US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EAA4E52F-9709-40FD-A895-2FE1C00D8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46830" y="6313362"/>
            <a:ext cx="3560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92D050"/>
                </a:solidFill>
                <a:highlight>
                  <a:srgbClr val="000000"/>
                </a:highlight>
                <a:latin typeface="Consolas" panose="020B0609020204030204" pitchFamily="49" charset="0"/>
              </a:defRPr>
            </a:lvl1pPr>
          </a:lstStyle>
          <a:p>
            <a:fld id="{D5550057-DA13-45DC-A192-B4608A395894}" type="datetime3">
              <a:rPr lang="zh-CN" altLang="en-US" smtClean="0"/>
              <a:t>2021年5月30日星期日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035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20" r:id="rId11"/>
    <p:sldLayoutId id="2147483719" r:id="rId12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墙壁上的空画框的图像">
            <a:extLst>
              <a:ext uri="{FF2B5EF4-FFF2-40B4-BE49-F238E27FC236}">
                <a16:creationId xmlns:a16="http://schemas.microsoft.com/office/drawing/2014/main" id="{74B1416E-E144-4B0E-9CB1-2137FB57B7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7" t="9815" r="8304" b="13286"/>
          <a:stretch/>
        </p:blipFill>
        <p:spPr>
          <a:xfrm>
            <a:off x="2" y="10"/>
            <a:ext cx="12191695" cy="6857990"/>
          </a:xfrm>
          <a:prstGeom prst="rect">
            <a:avLst/>
          </a:prstGeom>
        </p:spPr>
      </p:pic>
      <p:sp>
        <p:nvSpPr>
          <p:cNvPr id="34" name="矩形​ 33">
            <a:extLst>
              <a:ext uri="{FF2B5EF4-FFF2-40B4-BE49-F238E27FC236}">
                <a16:creationId xmlns:a16="http://schemas.microsoft.com/office/drawing/2014/main" id="{A4092ECB-D375-4A85-AD6E-85644D2A9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7" y="3064931"/>
            <a:ext cx="8293042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8BDDBEB-2A0E-4470-BE29-A528A3A60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351" y="3236470"/>
            <a:ext cx="6829044" cy="1252601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100" cap="none">
                <a:solidFill>
                  <a:srgbClr val="FFFFFE"/>
                </a:solidFill>
                <a:ea typeface="Microsoft YaHei UI" panose="020B0503020204020204" pitchFamily="34" charset="-122"/>
              </a:rPr>
              <a:t>MicroFlakeX</a:t>
            </a:r>
            <a:endParaRPr lang="zh-CN" altLang="en-US" sz="4100" cap="none" dirty="0">
              <a:solidFill>
                <a:srgbClr val="FFFFFE"/>
              </a:solidFill>
              <a:ea typeface="Microsoft YaHei UI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090625-51CE-4ECB-81A4-C4905F3FB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6350" y="4784894"/>
            <a:ext cx="6829043" cy="716529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1600" cap="none">
                <a:solidFill>
                  <a:schemeClr val="bg2"/>
                </a:solidFill>
                <a:ea typeface="Microsoft YaHei UI" panose="020B0503020204020204" pitchFamily="34" charset="-122"/>
              </a:rPr>
              <a:t>MfxGraph</a:t>
            </a:r>
            <a:r>
              <a:rPr lang="zh-CN" altLang="en-US" sz="1600" cap="none">
                <a:solidFill>
                  <a:schemeClr val="bg2"/>
                </a:solidFill>
                <a:ea typeface="Microsoft YaHei UI" panose="020B0503020204020204" pitchFamily="34" charset="-122"/>
              </a:rPr>
              <a:t>简介</a:t>
            </a:r>
            <a:endParaRPr lang="en-US" altLang="zh-CN" sz="1600" cap="none">
              <a:solidFill>
                <a:schemeClr val="bg2"/>
              </a:solidFill>
              <a:ea typeface="Microsoft YaHei UI" panose="020B0503020204020204" pitchFamily="34" charset="-122"/>
            </a:endParaRPr>
          </a:p>
        </p:txBody>
      </p:sp>
      <p:cxnSp>
        <p:nvCxnSpPr>
          <p:cNvPr id="36" name="直接连接符​​ 35">
            <a:extLst>
              <a:ext uri="{FF2B5EF4-FFF2-40B4-BE49-F238E27FC236}">
                <a16:creationId xmlns:a16="http://schemas.microsoft.com/office/drawing/2014/main" id="{B6C1711D-6DAC-4FE1-B7B6-AC8A81B8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0525" y="4666480"/>
            <a:ext cx="68290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E5B90-9042-4856-8903-B9D312A2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99CE-D840-4989-B3A9-A08C12E8F20F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AE20FA-665E-40EE-8D4E-05423A61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01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C9D4B225-18E9-4C5B-94D8-2ABE6D16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80" name="长方形 79">
            <a:extLst>
              <a:ext uri="{FF2B5EF4-FFF2-40B4-BE49-F238E27FC236}">
                <a16:creationId xmlns:a16="http://schemas.microsoft.com/office/drawing/2014/main" id="{5BB14454-D00C-4958-BB39-F5F9F3AC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28A657A7-C4E5-425B-98FA-BB817FF7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8029" y="1847088"/>
            <a:ext cx="35203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标题 1">
            <a:extLst>
              <a:ext uri="{FF2B5EF4-FFF2-40B4-BE49-F238E27FC236}">
                <a16:creationId xmlns:a16="http://schemas.microsoft.com/office/drawing/2014/main" id="{69F1744A-CA11-44DA-AE09-C24B436C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820" y="1061192"/>
            <a:ext cx="3520367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 rtl="0"/>
            <a:r>
              <a:rPr lang="en-US" altLang="zh-CN" cap="none">
                <a:ea typeface="Microsoft YaHei UI" panose="020B0503020204020204" pitchFamily="34" charset="-122"/>
              </a:rPr>
              <a:t>MfxGraph</a:t>
            </a:r>
            <a:r>
              <a:rPr lang="zh-CN" altLang="en-US" cap="none"/>
              <a:t>的构成</a:t>
            </a:r>
            <a:endParaRPr lang="zh-CN" altLang="en-US" cap="none" dirty="0">
              <a:ea typeface="Microsoft YaHei UI" panose="020B0503020204020204" pitchFamily="34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1084370-0E70-4003-9787-3490FCC2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86" name="组 85">
            <a:extLst>
              <a:ext uri="{FF2B5EF4-FFF2-40B4-BE49-F238E27FC236}">
                <a16:creationId xmlns:a16="http://schemas.microsoft.com/office/drawing/2014/main" id="{2B7C66D2-22E8-4E8F-829B-050BFA7C8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104331" cy="5149101"/>
            <a:chOff x="7463259" y="583365"/>
            <a:chExt cx="6104330" cy="5181928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F0B78D6F-1F61-4DBB-8F5A-934BB850D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610433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23EA261D-1F8C-4BE5-8586-3C1CC5CE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5471354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6" name="图片占位符 5">
            <a:extLst>
              <a:ext uri="{FF2B5EF4-FFF2-40B4-BE49-F238E27FC236}">
                <a16:creationId xmlns:a16="http://schemas.microsoft.com/office/drawing/2014/main" id="{65EB9C0E-82E1-4B5B-A48D-C50A96A0164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l="9796" r="9796"/>
          <a:stretch/>
        </p:blipFill>
        <p:spPr>
          <a:xfrm>
            <a:off x="1271223" y="1116345"/>
            <a:ext cx="4825148" cy="3866172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3635D2BC-4EDA-4A3E-83BF-035608099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A3C86EB9-7FA9-42F7-B348-A7FD17436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内容占位符 2" descr="SmartArt 图形">
            <a:extLst>
              <a:ext uri="{FF2B5EF4-FFF2-40B4-BE49-F238E27FC236}">
                <a16:creationId xmlns:a16="http://schemas.microsoft.com/office/drawing/2014/main" id="{FB509DA5-15CF-4F50-8076-F311C53562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5491761"/>
              </p:ext>
            </p:extLst>
          </p:nvPr>
        </p:nvGraphicFramePr>
        <p:xfrm>
          <a:off x="6443652" y="2195590"/>
          <a:ext cx="5252310" cy="4800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C4EAA4-B39C-460F-B008-8FE2731B369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751A2FC-9F27-4835-81CD-774557C382CA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EB56B4-B22A-4CBE-BFB7-E7983F72E33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49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205BB-B4F2-47E0-9E0D-182D5570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/>
              <a:t>MfxCanvas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4A9DB2-B2CE-441B-B5CF-7F18C07CB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altLang="zh-CN"/>
              <a:t>MfxCanvas</a:t>
            </a:r>
            <a:r>
              <a:rPr lang="zh-CN" altLang="en-US"/>
              <a:t>提供了绘制所需要的必要画板。</a:t>
            </a:r>
            <a:endParaRPr lang="en-US" altLang="zh-CN"/>
          </a:p>
          <a:p>
            <a:r>
              <a:rPr lang="zh-CN" altLang="en-US"/>
              <a:t>您可以提供</a:t>
            </a:r>
            <a:r>
              <a:rPr lang="en-US" altLang="zh-CN"/>
              <a:t>HDC</a:t>
            </a:r>
            <a:r>
              <a:rPr lang="zh-CN" altLang="en-US"/>
              <a:t>或者</a:t>
            </a:r>
            <a:r>
              <a:rPr lang="en-US" altLang="zh-CN"/>
              <a:t>HWND</a:t>
            </a:r>
            <a:r>
              <a:rPr lang="zh-CN" altLang="en-US"/>
              <a:t>句柄来构造对应的画板。</a:t>
            </a:r>
            <a:endParaRPr lang="en-US" altLang="zh-CN"/>
          </a:p>
        </p:txBody>
      </p:sp>
      <p:sp>
        <p:nvSpPr>
          <p:cNvPr id="7" name="竖排文字占位符 6">
            <a:extLst>
              <a:ext uri="{FF2B5EF4-FFF2-40B4-BE49-F238E27FC236}">
                <a16:creationId xmlns:a16="http://schemas.microsoft.com/office/drawing/2014/main" id="{4F9E0DB6-76A6-4BA3-B763-D44F77D3FB86}"/>
              </a:ext>
            </a:extLst>
          </p:cNvPr>
          <p:cNvSpPr>
            <a:spLocks noGrp="1"/>
          </p:cNvSpPr>
          <p:nvPr>
            <p:ph type="body" orient="vert" idx="12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开始绘制之前，请务必绑定</a:t>
            </a:r>
            <a:r>
              <a:rPr lang="en-US" altLang="zh-CN"/>
              <a:t>HDC</a:t>
            </a:r>
            <a:r>
              <a:rPr lang="zh-CN" altLang="en-US"/>
              <a:t>或者</a:t>
            </a:r>
            <a:r>
              <a:rPr lang="en-US" altLang="zh-CN"/>
              <a:t>HWND</a:t>
            </a:r>
            <a:r>
              <a:rPr lang="zh-CN" altLang="en-US"/>
              <a:t>句柄。</a:t>
            </a:r>
            <a:endParaRPr lang="en-US" altLang="zh-CN"/>
          </a:p>
          <a:p>
            <a:r>
              <a:rPr lang="zh-CN" altLang="en-US"/>
              <a:t>调用</a:t>
            </a:r>
            <a:r>
              <a:rPr lang="en-US" altLang="zh-CN" cap="none"/>
              <a:t>MfxCanvas</a:t>
            </a:r>
            <a:r>
              <a:rPr lang="en-US" altLang="zh-CN"/>
              <a:t>::PaintBegin(MfxRect*)</a:t>
            </a:r>
            <a:r>
              <a:rPr lang="zh-CN" altLang="en-US"/>
              <a:t>开始绘画并且指定绘画裁剪区域。如果输入的</a:t>
            </a:r>
            <a:r>
              <a:rPr lang="en-US" altLang="zh-CN"/>
              <a:t>Rect</a:t>
            </a:r>
            <a:r>
              <a:rPr lang="zh-CN" altLang="en-US"/>
              <a:t>为无效区域。那么绘画区域将会是整个可绘画区。</a:t>
            </a:r>
            <a:endParaRPr lang="en-US" altLang="zh-CN"/>
          </a:p>
          <a:p>
            <a:r>
              <a:rPr lang="zh-CN" altLang="en-US"/>
              <a:t>调用</a:t>
            </a:r>
            <a:r>
              <a:rPr lang="en-US" altLang="zh-CN" cap="none"/>
              <a:t>MfxCanvas</a:t>
            </a:r>
            <a:r>
              <a:rPr lang="en-US" altLang="zh-CN"/>
              <a:t>::PaintEnd()</a:t>
            </a:r>
            <a:r>
              <a:rPr lang="zh-CN" altLang="en-US"/>
              <a:t>结束绘画。</a:t>
            </a:r>
            <a:endParaRPr lang="en-US" altLang="zh-CN"/>
          </a:p>
          <a:p>
            <a:r>
              <a:rPr lang="zh-CN" altLang="en-US"/>
              <a:t>调用</a:t>
            </a:r>
            <a:r>
              <a:rPr lang="en-US" altLang="zh-CN" cap="none"/>
              <a:t>MfxCanvas</a:t>
            </a:r>
            <a:r>
              <a:rPr lang="en-US" altLang="zh-CN"/>
              <a:t>:: SetBackColor(MfxColor*)</a:t>
            </a:r>
            <a:r>
              <a:rPr lang="zh-CN" altLang="en-US"/>
              <a:t>设置绘画背景。每次</a:t>
            </a:r>
            <a:r>
              <a:rPr lang="en-US" altLang="zh-CN"/>
              <a:t>:: PaintBegin</a:t>
            </a:r>
            <a:r>
              <a:rPr lang="zh-CN" altLang="en-US"/>
              <a:t>的时候，都会使用这个</a:t>
            </a:r>
            <a:r>
              <a:rPr lang="en-US" altLang="zh-CN"/>
              <a:t>Color</a:t>
            </a:r>
            <a:r>
              <a:rPr lang="zh-CN" altLang="en-US"/>
              <a:t>清空指定的绘画区域。</a:t>
            </a:r>
            <a:endParaRPr lang="en-US" altLang="zh-CN"/>
          </a:p>
          <a:p>
            <a:r>
              <a:rPr lang="en-US" altLang="zh-CN"/>
              <a:t>MfxCanvas</a:t>
            </a:r>
            <a:r>
              <a:rPr lang="zh-CN" altLang="en-US"/>
              <a:t>只允许绑定一次句柄。如果您想切换绑定的句柄，请构造新的</a:t>
            </a:r>
            <a:r>
              <a:rPr lang="en-US" altLang="zh-CN"/>
              <a:t>MFxCanvas</a:t>
            </a:r>
            <a:r>
              <a:rPr lang="zh-CN" altLang="en-US"/>
              <a:t>。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E75843-BD45-4FC6-836B-2AED84889EC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C91CA04-7F6D-49F1-B8AB-679AE9B631EE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551E64-83DA-478D-B9E1-F0B7A045F0F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28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205BB-B4F2-47E0-9E0D-182D5570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/>
              <a:t>MfxImage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4A9DB2-B2CE-441B-B5CF-7F18C07CB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>
            <a:normAutofit/>
          </a:bodyPr>
          <a:lstStyle/>
          <a:p>
            <a:r>
              <a:rPr lang="en-US" altLang="zh-CN" cap="none"/>
              <a:t>MfxImage</a:t>
            </a:r>
            <a:r>
              <a:rPr lang="zh-CN" altLang="en-US" cap="none"/>
              <a:t>封装了图片的绘制</a:t>
            </a:r>
            <a:r>
              <a:rPr lang="zh-CN" altLang="en-US"/>
              <a:t>。</a:t>
            </a:r>
            <a:endParaRPr lang="en-US" altLang="zh-CN"/>
          </a:p>
        </p:txBody>
      </p:sp>
      <p:sp>
        <p:nvSpPr>
          <p:cNvPr id="7" name="竖排文字占位符 6">
            <a:extLst>
              <a:ext uri="{FF2B5EF4-FFF2-40B4-BE49-F238E27FC236}">
                <a16:creationId xmlns:a16="http://schemas.microsoft.com/office/drawing/2014/main" id="{4F9E0DB6-76A6-4BA3-B763-D44F77D3FB86}"/>
              </a:ext>
            </a:extLst>
          </p:cNvPr>
          <p:cNvSpPr>
            <a:spLocks noGrp="1"/>
          </p:cNvSpPr>
          <p:nvPr>
            <p:ph type="body" orient="vert" idx="12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调用</a:t>
            </a:r>
            <a:r>
              <a:rPr lang="en-US" altLang="zh-CN" cap="none"/>
              <a:t>MfxImage::SetCanvas</a:t>
            </a:r>
            <a:r>
              <a:rPr lang="en-US" altLang="zh-CN"/>
              <a:t>(</a:t>
            </a:r>
            <a:r>
              <a:rPr lang="en-US" altLang="zh-CN" cap="none"/>
              <a:t>MfxCanvas*</a:t>
            </a:r>
            <a:r>
              <a:rPr lang="en-US" altLang="zh-CN"/>
              <a:t>)</a:t>
            </a:r>
            <a:r>
              <a:rPr lang="zh-CN" altLang="en-US"/>
              <a:t>指定对应的画板。</a:t>
            </a:r>
            <a:endParaRPr lang="en-US" altLang="zh-CN"/>
          </a:p>
          <a:p>
            <a:r>
              <a:rPr lang="zh-CN" altLang="en-US"/>
              <a:t>调用</a:t>
            </a:r>
            <a:r>
              <a:rPr lang="en-US" altLang="zh-CN" cap="none"/>
              <a:t>MfxImage::</a:t>
            </a:r>
            <a:r>
              <a:rPr lang="en-US" altLang="zh-CN"/>
              <a:t>FromFile(MfxString* path, MfxSize* set)</a:t>
            </a:r>
            <a:r>
              <a:rPr lang="zh-CN" altLang="en-US"/>
              <a:t>从文件中加载一张图片</a:t>
            </a:r>
            <a:endParaRPr lang="en-US" altLang="zh-CN"/>
          </a:p>
          <a:p>
            <a:r>
              <a:rPr lang="zh-CN" altLang="en-US"/>
              <a:t>调用</a:t>
            </a:r>
            <a:r>
              <a:rPr lang="en-US" altLang="zh-CN" cap="none"/>
              <a:t>MfxImage::</a:t>
            </a:r>
            <a:r>
              <a:rPr lang="en-US" altLang="zh-CN"/>
              <a:t>FromColor(MfxColor* color, MfxSize* set)</a:t>
            </a:r>
            <a:r>
              <a:rPr lang="zh-CN" altLang="en-US"/>
              <a:t>加载一张纯色图片。</a:t>
            </a:r>
            <a:endParaRPr lang="en-US" altLang="zh-CN"/>
          </a:p>
          <a:p>
            <a:r>
              <a:rPr lang="zh-CN" altLang="en-US"/>
              <a:t>调用</a:t>
            </a:r>
            <a:r>
              <a:rPr lang="en-US" altLang="zh-CN" cap="none"/>
              <a:t>MfxImage::</a:t>
            </a:r>
            <a:r>
              <a:rPr lang="en-US" altLang="zh-CN"/>
              <a:t>Paint()</a:t>
            </a:r>
            <a:r>
              <a:rPr lang="zh-CN" altLang="en-US"/>
              <a:t>来展示这张图片。在使用</a:t>
            </a:r>
            <a:r>
              <a:rPr lang="en-US" altLang="zh-CN" cap="none"/>
              <a:t>MfxImage::</a:t>
            </a:r>
            <a:r>
              <a:rPr lang="en-US" altLang="zh-CN"/>
              <a:t>Paint</a:t>
            </a:r>
            <a:r>
              <a:rPr lang="zh-CN" altLang="en-US" cap="none"/>
              <a:t>之前，请确认您已经绑定了正确的</a:t>
            </a:r>
            <a:r>
              <a:rPr lang="en-US" altLang="zh-CN" cap="none"/>
              <a:t>MfxCanvas</a:t>
            </a:r>
            <a:r>
              <a:rPr lang="zh-CN" altLang="en-US" cap="none"/>
              <a:t>，</a:t>
            </a:r>
            <a:r>
              <a:rPr lang="zh-CN" altLang="en-US"/>
              <a:t>并</a:t>
            </a:r>
            <a:r>
              <a:rPr lang="zh-CN" altLang="en-US" cap="none"/>
              <a:t>且当前正在</a:t>
            </a:r>
            <a:r>
              <a:rPr lang="en-US" altLang="zh-CN" cap="none"/>
              <a:t>MfxCanvas::</a:t>
            </a:r>
            <a:r>
              <a:rPr lang="en-US" altLang="zh-CN"/>
              <a:t>PaintBegin()</a:t>
            </a:r>
            <a:r>
              <a:rPr lang="zh-CN" altLang="en-US"/>
              <a:t>的范围中。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E75843-BD45-4FC6-836B-2AED84889EC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C91CA04-7F6D-49F1-B8AB-679AE9B631EE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551E64-83DA-478D-B9E1-F0B7A045F0F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530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205BB-B4F2-47E0-9E0D-182D5570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/>
              <a:t>MfxWorld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4A9DB2-B2CE-441B-B5CF-7F18C07CB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>
            <a:normAutofit/>
          </a:bodyPr>
          <a:lstStyle/>
          <a:p>
            <a:r>
              <a:rPr lang="en-US" altLang="zh-CN" cap="none"/>
              <a:t>MfxWorld</a:t>
            </a:r>
            <a:r>
              <a:rPr lang="zh-CN" altLang="en-US" cap="none"/>
              <a:t>封装了文字的绘制</a:t>
            </a:r>
            <a:r>
              <a:rPr lang="zh-CN" altLang="en-US"/>
              <a:t>。</a:t>
            </a:r>
            <a:endParaRPr lang="en-US" altLang="zh-CN"/>
          </a:p>
        </p:txBody>
      </p:sp>
      <p:sp>
        <p:nvSpPr>
          <p:cNvPr id="7" name="竖排文字占位符 6">
            <a:extLst>
              <a:ext uri="{FF2B5EF4-FFF2-40B4-BE49-F238E27FC236}">
                <a16:creationId xmlns:a16="http://schemas.microsoft.com/office/drawing/2014/main" id="{4F9E0DB6-76A6-4BA3-B763-D44F77D3FB86}"/>
              </a:ext>
            </a:extLst>
          </p:cNvPr>
          <p:cNvSpPr>
            <a:spLocks noGrp="1"/>
          </p:cNvSpPr>
          <p:nvPr>
            <p:ph type="body" orient="vert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调用</a:t>
            </a:r>
            <a:r>
              <a:rPr lang="en-US" altLang="zh-CN" cap="none"/>
              <a:t>MfxWorld::SetCanvas</a:t>
            </a:r>
            <a:r>
              <a:rPr lang="en-US" altLang="zh-CN"/>
              <a:t>(</a:t>
            </a:r>
            <a:r>
              <a:rPr lang="en-US" altLang="zh-CN" cap="none"/>
              <a:t>MfxCanvas*</a:t>
            </a:r>
            <a:r>
              <a:rPr lang="en-US" altLang="zh-CN"/>
              <a:t>)</a:t>
            </a:r>
            <a:r>
              <a:rPr lang="zh-CN" altLang="en-US"/>
              <a:t>指定对应的画板。</a:t>
            </a:r>
            <a:endParaRPr lang="en-US" altLang="zh-CN"/>
          </a:p>
          <a:p>
            <a:r>
              <a:rPr lang="zh-CN" altLang="en-US"/>
              <a:t>调用</a:t>
            </a:r>
            <a:r>
              <a:rPr lang="en-US" altLang="zh-CN" cap="none"/>
              <a:t>MfxWorld::</a:t>
            </a:r>
            <a:r>
              <a:rPr lang="en-US" altLang="zh-CN"/>
              <a:t>SetText(const MfxString set)</a:t>
            </a:r>
            <a:r>
              <a:rPr lang="zh-CN" altLang="en-US"/>
              <a:t>设置当前</a:t>
            </a:r>
            <a:r>
              <a:rPr lang="en-US" altLang="zh-CN"/>
              <a:t>MfxWorld</a:t>
            </a:r>
            <a:r>
              <a:rPr lang="zh-CN" altLang="en-US"/>
              <a:t>的文字。</a:t>
            </a:r>
            <a:endParaRPr lang="en-US" altLang="zh-CN"/>
          </a:p>
          <a:p>
            <a:r>
              <a:rPr lang="zh-CN" altLang="en-US"/>
              <a:t>调用</a:t>
            </a:r>
            <a:r>
              <a:rPr lang="en-US" altLang="zh-CN" cap="none"/>
              <a:t>MfxWorld::</a:t>
            </a:r>
            <a:r>
              <a:rPr lang="en-US" altLang="zh-CN"/>
              <a:t>SetTextAlignmentX(const TextAlignmentX set)</a:t>
            </a:r>
            <a:r>
              <a:rPr lang="zh-CN" altLang="en-US"/>
              <a:t>设置当前文字</a:t>
            </a:r>
            <a:r>
              <a:rPr lang="en-US" altLang="zh-CN"/>
              <a:t>X</a:t>
            </a:r>
            <a:r>
              <a:rPr lang="zh-CN" altLang="en-US"/>
              <a:t>轴的排版样式。设置值可以是</a:t>
            </a:r>
            <a:r>
              <a:rPr lang="en-US" altLang="zh-CN"/>
              <a:t>TextAlignmentX</a:t>
            </a:r>
            <a:r>
              <a:rPr lang="zh-CN" altLang="en-US"/>
              <a:t>所枚举的任意一个值。</a:t>
            </a:r>
            <a:endParaRPr lang="en-US" altLang="zh-CN"/>
          </a:p>
          <a:p>
            <a:r>
              <a:rPr lang="zh-CN" altLang="en-US"/>
              <a:t>调用</a:t>
            </a:r>
            <a:r>
              <a:rPr lang="en-US" altLang="zh-CN" cap="none"/>
              <a:t>MfxWorld::</a:t>
            </a:r>
            <a:r>
              <a:rPr lang="en-US" altLang="zh-CN"/>
              <a:t>SetTextAlignmentY(const TextAlignmentY set)</a:t>
            </a:r>
            <a:r>
              <a:rPr lang="zh-CN" altLang="en-US"/>
              <a:t>设置当前文字</a:t>
            </a:r>
            <a:r>
              <a:rPr lang="en-US" altLang="zh-CN"/>
              <a:t>Y</a:t>
            </a:r>
            <a:r>
              <a:rPr lang="zh-CN" altLang="en-US"/>
              <a:t>轴的排版样式。设置值可以是</a:t>
            </a:r>
            <a:r>
              <a:rPr lang="en-US" altLang="zh-CN"/>
              <a:t>TextAlignmentY</a:t>
            </a:r>
            <a:r>
              <a:rPr lang="zh-CN" altLang="en-US"/>
              <a:t>所枚举的任意一个值。</a:t>
            </a:r>
            <a:endParaRPr lang="en-US" altLang="zh-CN"/>
          </a:p>
          <a:p>
            <a:r>
              <a:rPr lang="zh-CN" altLang="en-US"/>
              <a:t>调用</a:t>
            </a:r>
            <a:r>
              <a:rPr lang="en-US" altLang="zh-CN" cap="none"/>
              <a:t>MfxWorld::</a:t>
            </a:r>
            <a:r>
              <a:rPr lang="en-US" altLang="zh-CN"/>
              <a:t>Paint()</a:t>
            </a:r>
            <a:r>
              <a:rPr lang="zh-CN" altLang="en-US"/>
              <a:t>来展示文字。在使用</a:t>
            </a:r>
            <a:r>
              <a:rPr lang="en-US" altLang="zh-CN" cap="none"/>
              <a:t>MfxWorld::</a:t>
            </a:r>
            <a:r>
              <a:rPr lang="en-US" altLang="zh-CN"/>
              <a:t>Paint</a:t>
            </a:r>
            <a:r>
              <a:rPr lang="zh-CN" altLang="en-US" cap="none"/>
              <a:t>之前，请确认您已经绑定了正确的</a:t>
            </a:r>
            <a:r>
              <a:rPr lang="en-US" altLang="zh-CN" cap="none"/>
              <a:t>MfxCanvas</a:t>
            </a:r>
            <a:r>
              <a:rPr lang="zh-CN" altLang="en-US" cap="none"/>
              <a:t>，</a:t>
            </a:r>
            <a:r>
              <a:rPr lang="zh-CN" altLang="en-US"/>
              <a:t>并</a:t>
            </a:r>
            <a:r>
              <a:rPr lang="zh-CN" altLang="en-US" cap="none"/>
              <a:t>且当前正在</a:t>
            </a:r>
            <a:r>
              <a:rPr lang="en-US" altLang="zh-CN" cap="none"/>
              <a:t>MfxCanvas::</a:t>
            </a:r>
            <a:r>
              <a:rPr lang="en-US" altLang="zh-CN"/>
              <a:t>PaintBegin()</a:t>
            </a:r>
            <a:r>
              <a:rPr lang="zh-CN" altLang="en-US"/>
              <a:t>的范围中。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E75843-BD45-4FC6-836B-2AED84889EC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C91CA04-7F6D-49F1-B8AB-679AE9B631EE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551E64-83DA-478D-B9E1-F0B7A045F0F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162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白色楼梯">
            <a:extLst>
              <a:ext uri="{FF2B5EF4-FFF2-40B4-BE49-F238E27FC236}">
                <a16:creationId xmlns:a16="http://schemas.microsoft.com/office/drawing/2014/main" id="{BDEE4019-56F2-459C-B15D-76C0CDC216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10"/>
            <a:ext cx="12191695" cy="685799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6A0FFA78-985C-4F50-B21A-77045C7D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734342C-2173-4B23-9C3C-2950C6A39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5511" y="3236470"/>
            <a:ext cx="6832500" cy="1252601"/>
          </a:xfrm>
        </p:spPr>
        <p:txBody>
          <a:bodyPr vert="horz" lIns="91440" tIns="45720" rIns="91440" bIns="0" rtlCol="0" anchor="b">
            <a:normAutofit/>
          </a:bodyPr>
          <a:lstStyle/>
          <a:p>
            <a:pPr rtl="0"/>
            <a:r>
              <a:rPr lang="en-US" altLang="zh-CN" sz="4100" cap="none">
                <a:solidFill>
                  <a:srgbClr val="FFFFFE"/>
                </a:solidFill>
                <a:ea typeface="Microsoft YaHei UI" panose="020B0503020204020204" pitchFamily="34" charset="-122"/>
              </a:rPr>
              <a:t>MicroFlakeX</a:t>
            </a:r>
            <a:endParaRPr lang="zh-CN" altLang="en-US" sz="4100" cap="none">
              <a:solidFill>
                <a:srgbClr val="FFFFFE"/>
              </a:solidFill>
              <a:ea typeface="Microsoft YaHei U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75989C-CEF6-4790-9F3D-DDEC3CEEC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5511" y="4780357"/>
            <a:ext cx="6832499" cy="716529"/>
          </a:xfrm>
        </p:spPr>
        <p:txBody>
          <a:bodyPr vert="horz" lIns="91440" tIns="91440" rIns="91440" bIns="91440" rtlCol="0">
            <a:normAutofit/>
          </a:bodyPr>
          <a:lstStyle/>
          <a:p>
            <a:pPr rtl="0"/>
            <a:r>
              <a:rPr lang="en-US" altLang="zh-CN" sz="1600">
                <a:solidFill>
                  <a:schemeClr val="bg2"/>
                </a:solidFill>
                <a:ea typeface="Microsoft YaHei UI" panose="020B0503020204020204" pitchFamily="34" charset="-122"/>
              </a:rPr>
              <a:t>https://github.com/yishengjun8/MicroFlakeX</a:t>
            </a:r>
            <a:endParaRPr lang="zh-CN" altLang="en-US" sz="1600">
              <a:solidFill>
                <a:schemeClr val="bg2"/>
              </a:solidFill>
              <a:ea typeface="Microsoft YaHei UI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65409EC7-69B1-45CC-8FB7-1964C1AB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509" y="4666480"/>
            <a:ext cx="683249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3AB693-D1F0-4768-A9A9-29DB09E1164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2FD1994-6A46-4CC6-B7A5-A24B2A66D40D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A04006-5A82-4326-AA7F-2F4DCC14CA7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833211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AABB37-1599-4AE8-818C-82E84CA93DF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96CF9D2-F3E0-450F-B184-8D2A0EB8B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F9EC99-89FF-486C-9E02-31E13FD72E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创作画廊主题</Template>
  <TotalTime>1059</TotalTime>
  <Words>416</Words>
  <Application>Microsoft Office PowerPoint</Application>
  <PresentationFormat>宽屏</PresentationFormat>
  <Paragraphs>42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Microsoft YaHei UI</vt:lpstr>
      <vt:lpstr>Arial</vt:lpstr>
      <vt:lpstr>Consolas</vt:lpstr>
      <vt:lpstr>画廊</vt:lpstr>
      <vt:lpstr>MicroFlakeX</vt:lpstr>
      <vt:lpstr>MfxGraph的构成</vt:lpstr>
      <vt:lpstr>MfxCanvas</vt:lpstr>
      <vt:lpstr>MfxImage</vt:lpstr>
      <vt:lpstr>MfxWorld</vt:lpstr>
      <vt:lpstr>MicroFlakeX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MicroFlakeX</dc:title>
  <dc:creator>渡河 而来的人</dc:creator>
  <cp:lastModifiedBy>渡河 而来的人</cp:lastModifiedBy>
  <cp:revision>28</cp:revision>
  <dcterms:created xsi:type="dcterms:W3CDTF">2021-05-29T14:40:22Z</dcterms:created>
  <dcterms:modified xsi:type="dcterms:W3CDTF">2021-05-30T09:46:51Z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