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4"/>
  </p:sldMasterIdLst>
  <p:notesMasterIdLst>
    <p:notesMasterId r:id="rId13"/>
  </p:notesMasterIdLst>
  <p:handoutMasterIdLst>
    <p:handoutMasterId r:id="rId14"/>
  </p:handoutMasterIdLst>
  <p:sldIdLst>
    <p:sldId id="256" r:id="rId5"/>
    <p:sldId id="270" r:id="rId6"/>
    <p:sldId id="272" r:id="rId7"/>
    <p:sldId id="273" r:id="rId8"/>
    <p:sldId id="275" r:id="rId9"/>
    <p:sldId id="274" r:id="rId10"/>
    <p:sldId id="276" r:id="rId11"/>
    <p:sldId id="267" r:id="rId12"/>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2"/>
      </p:cViewPr>
      <p:guideLst>
        <p:guide pos="3840"/>
        <p:guide orient="horz" pos="2160"/>
      </p:guideLst>
    </p:cSldViewPr>
  </p:slideViewPr>
  <p:notesTextViewPr>
    <p:cViewPr>
      <p:scale>
        <a:sx n="1" d="1"/>
        <a:sy n="1" d="1"/>
      </p:scale>
      <p:origin x="0" y="0"/>
    </p:cViewPr>
  </p:notesTextViewPr>
  <p:notesViewPr>
    <p:cSldViewPr snapToGrid="0">
      <p:cViewPr varScale="1">
        <p:scale>
          <a:sx n="88" d="100"/>
          <a:sy n="88" d="100"/>
        </p:scale>
        <p:origin x="379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048C61-36D6-4B73-9AF4-D31B74104F82}" type="doc">
      <dgm:prSet loTypeId="urn:microsoft.com/office/officeart/2018/5/layout/IconCircleLabelList" loCatId="other" qsTypeId="urn:microsoft.com/office/officeart/2005/8/quickstyle/simple4" qsCatId="simple" csTypeId="urn:microsoft.com/office/officeart/2005/8/colors/accent0_3" csCatId="mainScheme" phldr="1"/>
      <dgm:spPr/>
    </dgm:pt>
    <dgm:pt modelId="{AF583F91-332F-4E72-A1E0-987BFD089F88}">
      <dgm:prSet phldrT="[Text]" custT="1"/>
      <dgm:spPr/>
      <dgm:t>
        <a:bodyPr rtlCol="0"/>
        <a:lstStyle/>
        <a:p>
          <a:pPr>
            <a:lnSpc>
              <a:spcPct val="100000"/>
            </a:lnSpc>
            <a:defRPr cap="all"/>
          </a:pPr>
          <a:r>
            <a:rPr lang="en-US" altLang="zh-CN" sz="2000" noProof="0">
              <a:solidFill>
                <a:schemeClr val="accent1"/>
              </a:solidFill>
              <a:latin typeface="Microsoft YaHei UI" panose="020B0503020204020204" pitchFamily="34" charset="-122"/>
              <a:ea typeface="Microsoft YaHei UI" panose="020B0503020204020204" pitchFamily="34" charset="-122"/>
            </a:rPr>
            <a:t>Mfx</a:t>
          </a:r>
          <a:r>
            <a:rPr lang="zh-CN" altLang="en-US" sz="2000" noProof="0">
              <a:solidFill>
                <a:schemeClr val="accent1"/>
              </a:solidFill>
              <a:latin typeface="Microsoft YaHei UI" panose="020B0503020204020204" pitchFamily="34" charset="-122"/>
              <a:ea typeface="Microsoft YaHei UI" panose="020B0503020204020204" pitchFamily="34" charset="-122"/>
            </a:rPr>
            <a:t>反射框架</a:t>
          </a:r>
          <a:endParaRPr lang="zh-CN" altLang="en-US" sz="2000" noProof="0" dirty="0">
            <a:solidFill>
              <a:schemeClr val="accent1"/>
            </a:solidFill>
            <a:latin typeface="Microsoft YaHei UI" panose="020B0503020204020204" pitchFamily="34" charset="-122"/>
            <a:ea typeface="Microsoft YaHei UI" panose="020B0503020204020204" pitchFamily="34" charset="-122"/>
          </a:endParaRPr>
        </a:p>
      </dgm:t>
    </dgm:pt>
    <dgm:pt modelId="{64596A89-BBA0-45D0-8E22-7BBC2F943B47}" type="parTrans" cxnId="{A68E0B67-A0CF-423E-9B01-65F9A6E5BDCF}">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705CEAA8-675D-47C0-8F48-2F40A711E383}" type="sibTrans" cxnId="{A68E0B67-A0CF-423E-9B01-65F9A6E5BDCF}">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520A53C9-ECE9-46F5-88D2-D48EC507F57E}">
      <dgm:prSet phldrT="[Text]" custT="1"/>
      <dgm:spPr/>
      <dgm:t>
        <a:bodyPr rtlCol="0"/>
        <a:lstStyle/>
        <a:p>
          <a:pPr>
            <a:lnSpc>
              <a:spcPct val="100000"/>
            </a:lnSpc>
            <a:defRPr cap="all"/>
          </a:pPr>
          <a:r>
            <a:rPr lang="en-US" altLang="zh-CN" sz="2000" noProof="0">
              <a:solidFill>
                <a:schemeClr val="accent1"/>
              </a:solidFill>
              <a:latin typeface="Microsoft YaHei UI" panose="020B0503020204020204" pitchFamily="34" charset="-122"/>
              <a:ea typeface="Microsoft YaHei UI" panose="020B0503020204020204" pitchFamily="34" charset="-122"/>
            </a:rPr>
            <a:t>Mfx</a:t>
          </a:r>
          <a:r>
            <a:rPr lang="zh-CN" altLang="en-US" sz="2000" noProof="0">
              <a:solidFill>
                <a:schemeClr val="accent1"/>
              </a:solidFill>
              <a:latin typeface="Microsoft YaHei UI" panose="020B0503020204020204" pitchFamily="34" charset="-122"/>
              <a:ea typeface="Microsoft YaHei UI" panose="020B0503020204020204" pitchFamily="34" charset="-122"/>
            </a:rPr>
            <a:t>线程管理</a:t>
          </a:r>
          <a:endParaRPr lang="zh-CN" altLang="en-US" sz="2000" noProof="0" dirty="0">
            <a:solidFill>
              <a:schemeClr val="accent1"/>
            </a:solidFill>
            <a:latin typeface="Microsoft YaHei UI" panose="020B0503020204020204" pitchFamily="34" charset="-122"/>
            <a:ea typeface="Microsoft YaHei UI" panose="020B0503020204020204" pitchFamily="34" charset="-122"/>
          </a:endParaRPr>
        </a:p>
      </dgm:t>
    </dgm:pt>
    <dgm:pt modelId="{071F71CB-2E91-4706-8580-7A9507D3498C}" type="parTrans" cxnId="{06F43257-D3EF-4021-8B4C-8FF549290723}">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2B883F14-5874-45D7-94D5-8F5162A57A1C}" type="sibTrans" cxnId="{06F43257-D3EF-4021-8B4C-8FF549290723}">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5F527937-CD5F-4682-B04B-CEBA79E99ED4}">
      <dgm:prSet custT="1"/>
      <dgm:spPr/>
      <dgm:t>
        <a:bodyPr rtlCol="0"/>
        <a:lstStyle/>
        <a:p>
          <a:pPr>
            <a:lnSpc>
              <a:spcPct val="100000"/>
            </a:lnSpc>
            <a:defRPr cap="all"/>
          </a:pPr>
          <a:r>
            <a:rPr lang="en-US" altLang="zh-CN" sz="2000" cap="none" noProof="0">
              <a:solidFill>
                <a:schemeClr val="accent1"/>
              </a:solidFill>
              <a:latin typeface="Microsoft YaHei UI" panose="020B0503020204020204" pitchFamily="34" charset="-122"/>
              <a:ea typeface="Microsoft YaHei UI" panose="020B0503020204020204" pitchFamily="34" charset="-122"/>
            </a:rPr>
            <a:t>MFX</a:t>
          </a:r>
          <a:r>
            <a:rPr lang="zh-CN" altLang="en-US" sz="2000" cap="none" noProof="0">
              <a:solidFill>
                <a:schemeClr val="accent1"/>
              </a:solidFill>
              <a:latin typeface="Microsoft YaHei UI" panose="020B0503020204020204" pitchFamily="34" charset="-122"/>
              <a:ea typeface="Microsoft YaHei UI" panose="020B0503020204020204" pitchFamily="34" charset="-122"/>
            </a:rPr>
            <a:t>对象交互</a:t>
          </a:r>
          <a:endParaRPr lang="zh-CN" altLang="en-US" sz="2000" cap="none" noProof="0" dirty="0">
            <a:solidFill>
              <a:schemeClr val="accent1"/>
            </a:solidFill>
            <a:latin typeface="Microsoft YaHei UI" panose="020B0503020204020204" pitchFamily="34" charset="-122"/>
            <a:ea typeface="Microsoft YaHei UI" panose="020B0503020204020204" pitchFamily="34" charset="-122"/>
          </a:endParaRPr>
        </a:p>
      </dgm:t>
    </dgm:pt>
    <dgm:pt modelId="{FBFBF700-F8A4-474A-A342-2C1752EB13B8}" type="parTrans" cxnId="{FEEC04FE-33FF-4741-8C41-C1313093F66A}">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6609A378-B1CD-4490-BAD7-454637280DC6}" type="sibTrans" cxnId="{FEEC04FE-33FF-4741-8C41-C1313093F66A}">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67FFBD6F-56B0-43EB-BBD0-B4BD04E7A66C}">
      <dgm:prSet custT="1"/>
      <dgm:spPr/>
      <dgm:t>
        <a:bodyPr rtlCol="0"/>
        <a:lstStyle/>
        <a:p>
          <a:pPr>
            <a:lnSpc>
              <a:spcPct val="100000"/>
            </a:lnSpc>
            <a:defRPr cap="all"/>
          </a:pPr>
          <a:r>
            <a:rPr lang="en-US" altLang="zh-CN" sz="2000" cap="none" noProof="0">
              <a:solidFill>
                <a:schemeClr val="accent1"/>
              </a:solidFill>
              <a:latin typeface="Microsoft YaHei UI" panose="020B0503020204020204" pitchFamily="34" charset="-122"/>
              <a:ea typeface="Microsoft YaHei UI" panose="020B0503020204020204" pitchFamily="34" charset="-122"/>
            </a:rPr>
            <a:t>MFX</a:t>
          </a:r>
          <a:r>
            <a:rPr lang="zh-CN" altLang="en-US" sz="2000" cap="none" noProof="0">
              <a:solidFill>
                <a:schemeClr val="accent1"/>
              </a:solidFill>
              <a:latin typeface="Microsoft YaHei UI" panose="020B0503020204020204" pitchFamily="34" charset="-122"/>
              <a:ea typeface="Microsoft YaHei UI" panose="020B0503020204020204" pitchFamily="34" charset="-122"/>
            </a:rPr>
            <a:t>推断模板</a:t>
          </a:r>
          <a:endParaRPr lang="zh-CN" altLang="en-US" sz="2000" cap="none" noProof="0" dirty="0">
            <a:solidFill>
              <a:schemeClr val="accent1"/>
            </a:solidFill>
            <a:latin typeface="Microsoft YaHei UI" panose="020B0503020204020204" pitchFamily="34" charset="-122"/>
            <a:ea typeface="Microsoft YaHei UI" panose="020B0503020204020204" pitchFamily="34" charset="-122"/>
          </a:endParaRPr>
        </a:p>
      </dgm:t>
    </dgm:pt>
    <dgm:pt modelId="{467E952F-FCBD-4614-9654-273CCC048B2A}" type="parTrans" cxnId="{A2A8C156-4F81-4A90-B08E-225C5B39F500}">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997EED20-EB8B-4654-845F-95E376501A61}" type="sibTrans" cxnId="{A2A8C156-4F81-4A90-B08E-225C5B39F500}">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BBF80FC7-D448-4483-A6C9-4EAE4BE5CAF2}" type="pres">
      <dgm:prSet presAssocID="{23048C61-36D6-4B73-9AF4-D31B74104F82}" presName="root" presStyleCnt="0">
        <dgm:presLayoutVars>
          <dgm:dir/>
          <dgm:resizeHandles val="exact"/>
        </dgm:presLayoutVars>
      </dgm:prSet>
      <dgm:spPr/>
    </dgm:pt>
    <dgm:pt modelId="{1CB2887D-20AE-4102-930D-CD170E422C5F}" type="pres">
      <dgm:prSet presAssocID="{AF583F91-332F-4E72-A1E0-987BFD089F88}" presName="compNode" presStyleCnt="0"/>
      <dgm:spPr/>
    </dgm:pt>
    <dgm:pt modelId="{B99A65BE-757B-4D84-B5FE-48104FC06414}" type="pres">
      <dgm:prSet presAssocID="{AF583F91-332F-4E72-A1E0-987BFD089F88}" presName="iconBgRect" presStyleLbl="bgShp" presStyleIdx="0" presStyleCnt="4"/>
      <dgm:spPr>
        <a:noFill/>
      </dgm:spPr>
    </dgm:pt>
    <dgm:pt modelId="{7EEB8DAD-99AC-4FE8-BD91-AB3BBD920121}" type="pres">
      <dgm:prSet presAssocID="{AF583F91-332F-4E72-A1E0-987BFD089F8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Palette"/>
        </a:ext>
      </dgm:extLst>
    </dgm:pt>
    <dgm:pt modelId="{86FC1905-CC68-4E87-A989-7A09ED799ACD}" type="pres">
      <dgm:prSet presAssocID="{AF583F91-332F-4E72-A1E0-987BFD089F88}" presName="spaceRect" presStyleCnt="0"/>
      <dgm:spPr/>
    </dgm:pt>
    <dgm:pt modelId="{A2D6B74B-D7F6-461D-9A3E-29AE873A88E7}" type="pres">
      <dgm:prSet presAssocID="{AF583F91-332F-4E72-A1E0-987BFD089F88}" presName="textRect" presStyleLbl="revTx" presStyleIdx="0" presStyleCnt="4" custLinFactNeighborY="-71795">
        <dgm:presLayoutVars>
          <dgm:chMax val="1"/>
          <dgm:chPref val="1"/>
        </dgm:presLayoutVars>
      </dgm:prSet>
      <dgm:spPr/>
    </dgm:pt>
    <dgm:pt modelId="{C3C50DCF-AD83-48B8-84E3-B3AFA60C3F8D}" type="pres">
      <dgm:prSet presAssocID="{705CEAA8-675D-47C0-8F48-2F40A711E383}" presName="sibTrans" presStyleCnt="0"/>
      <dgm:spPr/>
    </dgm:pt>
    <dgm:pt modelId="{DDDA15A8-587D-4B5D-A7BE-FB262C0CAF4E}" type="pres">
      <dgm:prSet presAssocID="{520A53C9-ECE9-46F5-88D2-D48EC507F57E}" presName="compNode" presStyleCnt="0"/>
      <dgm:spPr/>
    </dgm:pt>
    <dgm:pt modelId="{ADBD35B6-559C-4E4F-9574-4BA9274B6091}" type="pres">
      <dgm:prSet presAssocID="{520A53C9-ECE9-46F5-88D2-D48EC507F57E}" presName="iconBgRect" presStyleLbl="bgShp" presStyleIdx="1" presStyleCnt="4" custLinFactNeighborX="-19312"/>
      <dgm:spPr>
        <a:noFill/>
      </dgm:spPr>
    </dgm:pt>
    <dgm:pt modelId="{B868A014-8E16-413C-B8AE-3003DEB6A9F2}" type="pres">
      <dgm:prSet presAssocID="{520A53C9-ECE9-46F5-88D2-D48EC507F57E}" presName="iconRect" presStyleLbl="node1" presStyleIdx="1" presStyleCnt="4" custLinFactNeighborX="-3364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Users"/>
        </a:ext>
      </dgm:extLst>
    </dgm:pt>
    <dgm:pt modelId="{E48EBF2C-CCD0-4E01-9A73-A0DE921C18F0}" type="pres">
      <dgm:prSet presAssocID="{520A53C9-ECE9-46F5-88D2-D48EC507F57E}" presName="spaceRect" presStyleCnt="0"/>
      <dgm:spPr/>
    </dgm:pt>
    <dgm:pt modelId="{0DCE97C5-E889-40B4-8BE0-94BAA197A527}" type="pres">
      <dgm:prSet presAssocID="{520A53C9-ECE9-46F5-88D2-D48EC507F57E}" presName="textRect" presStyleLbl="revTx" presStyleIdx="1" presStyleCnt="4" custLinFactNeighborX="-11776" custLinFactNeighborY="-71795">
        <dgm:presLayoutVars>
          <dgm:chMax val="1"/>
          <dgm:chPref val="1"/>
        </dgm:presLayoutVars>
      </dgm:prSet>
      <dgm:spPr/>
    </dgm:pt>
    <dgm:pt modelId="{28600D5A-B3F1-42A9-A790-B2733331BD58}" type="pres">
      <dgm:prSet presAssocID="{2B883F14-5874-45D7-94D5-8F5162A57A1C}" presName="sibTrans" presStyleCnt="0"/>
      <dgm:spPr/>
    </dgm:pt>
    <dgm:pt modelId="{083D6136-A58E-46F1-A866-3D3D120706A2}" type="pres">
      <dgm:prSet presAssocID="{5F527937-CD5F-4682-B04B-CEBA79E99ED4}" presName="compNode" presStyleCnt="0"/>
      <dgm:spPr/>
    </dgm:pt>
    <dgm:pt modelId="{7C7730D2-6F5C-4C07-B6C9-7B78FB830E86}" type="pres">
      <dgm:prSet presAssocID="{5F527937-CD5F-4682-B04B-CEBA79E99ED4}" presName="iconBgRect" presStyleLbl="bgShp" presStyleIdx="2" presStyleCnt="4" custLinFactNeighborY="-95352"/>
      <dgm:spPr>
        <a:noFill/>
      </dgm:spPr>
    </dgm:pt>
    <dgm:pt modelId="{73DE5867-8622-4ECE-BF05-C44C4A70ACD9}" type="pres">
      <dgm:prSet presAssocID="{5F527937-CD5F-4682-B04B-CEBA79E99ED4}" presName="iconRect" presStyleLbl="node1" presStyleIdx="2" presStyleCnt="4" custLinFactY="-91422" custLinFactNeighborY="-1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Violin"/>
        </a:ext>
      </dgm:extLst>
    </dgm:pt>
    <dgm:pt modelId="{F4DE9A7E-7688-460B-B8B9-0ED123555AC3}" type="pres">
      <dgm:prSet presAssocID="{5F527937-CD5F-4682-B04B-CEBA79E99ED4}" presName="spaceRect" presStyleCnt="0"/>
      <dgm:spPr/>
    </dgm:pt>
    <dgm:pt modelId="{9A1458B1-9A61-4DC2-8626-D1B5B6AAF481}" type="pres">
      <dgm:prSet presAssocID="{5F527937-CD5F-4682-B04B-CEBA79E99ED4}" presName="textRect" presStyleLbl="revTx" presStyleIdx="2" presStyleCnt="4" custLinFactY="-100000" custLinFactNeighborY="-128245">
        <dgm:presLayoutVars>
          <dgm:chMax val="1"/>
          <dgm:chPref val="1"/>
        </dgm:presLayoutVars>
      </dgm:prSet>
      <dgm:spPr/>
    </dgm:pt>
    <dgm:pt modelId="{4724C23C-407F-482F-A2D0-67F596F6CFCA}" type="pres">
      <dgm:prSet presAssocID="{6609A378-B1CD-4490-BAD7-454637280DC6}" presName="sibTrans" presStyleCnt="0"/>
      <dgm:spPr/>
    </dgm:pt>
    <dgm:pt modelId="{6FE1ADDD-0990-4D75-A5D5-EF81AF9FA32C}" type="pres">
      <dgm:prSet presAssocID="{67FFBD6F-56B0-43EB-BBD0-B4BD04E7A66C}" presName="compNode" presStyleCnt="0"/>
      <dgm:spPr/>
    </dgm:pt>
    <dgm:pt modelId="{36278FB6-E1FB-41C5-9E64-C3CD6347D9EE}" type="pres">
      <dgm:prSet presAssocID="{67FFBD6F-56B0-43EB-BBD0-B4BD04E7A66C}" presName="iconBgRect" presStyleLbl="bgShp" presStyleIdx="3" presStyleCnt="4" custLinFactNeighborX="-19312" custLinFactNeighborY="-95352"/>
      <dgm:spPr>
        <a:noFill/>
      </dgm:spPr>
    </dgm:pt>
    <dgm:pt modelId="{DFA4AADF-7CE3-49CE-9266-1FF1685AE72B}" type="pres">
      <dgm:prSet presAssocID="{67FFBD6F-56B0-43EB-BBD0-B4BD04E7A66C}" presName="iconRect" presStyleLbl="node1" presStyleIdx="3" presStyleCnt="4" custLinFactY="-91422" custLinFactNeighborX="-33649" custLinFactNeighborY="-1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rama"/>
        </a:ext>
      </dgm:extLst>
    </dgm:pt>
    <dgm:pt modelId="{664BDC54-3C32-4107-A9C7-14DDE767E150}" type="pres">
      <dgm:prSet presAssocID="{67FFBD6F-56B0-43EB-BBD0-B4BD04E7A66C}" presName="spaceRect" presStyleCnt="0"/>
      <dgm:spPr/>
    </dgm:pt>
    <dgm:pt modelId="{E1F920E6-D82F-406A-9C4B-D9A87DB39F98}" type="pres">
      <dgm:prSet presAssocID="{67FFBD6F-56B0-43EB-BBD0-B4BD04E7A66C}" presName="textRect" presStyleLbl="revTx" presStyleIdx="3" presStyleCnt="4" custLinFactY="-100000" custLinFactNeighborX="-11776" custLinFactNeighborY="-128245">
        <dgm:presLayoutVars>
          <dgm:chMax val="1"/>
          <dgm:chPref val="1"/>
        </dgm:presLayoutVars>
      </dgm:prSet>
      <dgm:spPr/>
    </dgm:pt>
  </dgm:ptLst>
  <dgm:cxnLst>
    <dgm:cxn modelId="{05B12F0F-6F0A-49C6-AC8A-4567B312BFC0}" type="presOf" srcId="{23048C61-36D6-4B73-9AF4-D31B74104F82}" destId="{BBF80FC7-D448-4483-A6C9-4EAE4BE5CAF2}" srcOrd="0" destOrd="0" presId="urn:microsoft.com/office/officeart/2018/5/layout/IconCircleLabelList"/>
    <dgm:cxn modelId="{B08A5928-0428-4FCE-A1D0-9A9FF09077A8}" type="presOf" srcId="{520A53C9-ECE9-46F5-88D2-D48EC507F57E}" destId="{0DCE97C5-E889-40B4-8BE0-94BAA197A527}" srcOrd="0" destOrd="0" presId="urn:microsoft.com/office/officeart/2018/5/layout/IconCircleLabelList"/>
    <dgm:cxn modelId="{7BA2753E-F22F-4DED-85A6-7BD4D9E8C9ED}" type="presOf" srcId="{5F527937-CD5F-4682-B04B-CEBA79E99ED4}" destId="{9A1458B1-9A61-4DC2-8626-D1B5B6AAF481}" srcOrd="0" destOrd="0" presId="urn:microsoft.com/office/officeart/2018/5/layout/IconCircleLabelList"/>
    <dgm:cxn modelId="{A68E0B67-A0CF-423E-9B01-65F9A6E5BDCF}" srcId="{23048C61-36D6-4B73-9AF4-D31B74104F82}" destId="{AF583F91-332F-4E72-A1E0-987BFD089F88}" srcOrd="0" destOrd="0" parTransId="{64596A89-BBA0-45D0-8E22-7BBC2F943B47}" sibTransId="{705CEAA8-675D-47C0-8F48-2F40A711E383}"/>
    <dgm:cxn modelId="{A2A8C156-4F81-4A90-B08E-225C5B39F500}" srcId="{23048C61-36D6-4B73-9AF4-D31B74104F82}" destId="{67FFBD6F-56B0-43EB-BBD0-B4BD04E7A66C}" srcOrd="3" destOrd="0" parTransId="{467E952F-FCBD-4614-9654-273CCC048B2A}" sibTransId="{997EED20-EB8B-4654-845F-95E376501A61}"/>
    <dgm:cxn modelId="{06F43257-D3EF-4021-8B4C-8FF549290723}" srcId="{23048C61-36D6-4B73-9AF4-D31B74104F82}" destId="{520A53C9-ECE9-46F5-88D2-D48EC507F57E}" srcOrd="1" destOrd="0" parTransId="{071F71CB-2E91-4706-8580-7A9507D3498C}" sibTransId="{2B883F14-5874-45D7-94D5-8F5162A57A1C}"/>
    <dgm:cxn modelId="{AD95718B-F7A3-4800-BE50-579D98FB2CD8}" type="presOf" srcId="{AF583F91-332F-4E72-A1E0-987BFD089F88}" destId="{A2D6B74B-D7F6-461D-9A3E-29AE873A88E7}" srcOrd="0" destOrd="0" presId="urn:microsoft.com/office/officeart/2018/5/layout/IconCircleLabelList"/>
    <dgm:cxn modelId="{018D8498-9748-48EF-AF04-32A4DC5691ED}" type="presOf" srcId="{67FFBD6F-56B0-43EB-BBD0-B4BD04E7A66C}" destId="{E1F920E6-D82F-406A-9C4B-D9A87DB39F98}" srcOrd="0" destOrd="0" presId="urn:microsoft.com/office/officeart/2018/5/layout/IconCircleLabelList"/>
    <dgm:cxn modelId="{FEEC04FE-33FF-4741-8C41-C1313093F66A}" srcId="{23048C61-36D6-4B73-9AF4-D31B74104F82}" destId="{5F527937-CD5F-4682-B04B-CEBA79E99ED4}" srcOrd="2" destOrd="0" parTransId="{FBFBF700-F8A4-474A-A342-2C1752EB13B8}" sibTransId="{6609A378-B1CD-4490-BAD7-454637280DC6}"/>
    <dgm:cxn modelId="{9177DF96-F800-4444-A506-0900FCD8B68A}" type="presParOf" srcId="{BBF80FC7-D448-4483-A6C9-4EAE4BE5CAF2}" destId="{1CB2887D-20AE-4102-930D-CD170E422C5F}" srcOrd="0" destOrd="0" presId="urn:microsoft.com/office/officeart/2018/5/layout/IconCircleLabelList"/>
    <dgm:cxn modelId="{7A6B77C7-D16E-4505-95AD-F6F798DC4B26}" type="presParOf" srcId="{1CB2887D-20AE-4102-930D-CD170E422C5F}" destId="{B99A65BE-757B-4D84-B5FE-48104FC06414}" srcOrd="0" destOrd="0" presId="urn:microsoft.com/office/officeart/2018/5/layout/IconCircleLabelList"/>
    <dgm:cxn modelId="{FC4108CD-605B-4A0C-9A5D-1066EC2EE49A}" type="presParOf" srcId="{1CB2887D-20AE-4102-930D-CD170E422C5F}" destId="{7EEB8DAD-99AC-4FE8-BD91-AB3BBD920121}" srcOrd="1" destOrd="0" presId="urn:microsoft.com/office/officeart/2018/5/layout/IconCircleLabelList"/>
    <dgm:cxn modelId="{DE55D038-7474-42D7-954B-E243E84618B2}" type="presParOf" srcId="{1CB2887D-20AE-4102-930D-CD170E422C5F}" destId="{86FC1905-CC68-4E87-A989-7A09ED799ACD}" srcOrd="2" destOrd="0" presId="urn:microsoft.com/office/officeart/2018/5/layout/IconCircleLabelList"/>
    <dgm:cxn modelId="{42E105ED-8042-4C65-B9AD-62034CE50101}" type="presParOf" srcId="{1CB2887D-20AE-4102-930D-CD170E422C5F}" destId="{A2D6B74B-D7F6-461D-9A3E-29AE873A88E7}" srcOrd="3" destOrd="0" presId="urn:microsoft.com/office/officeart/2018/5/layout/IconCircleLabelList"/>
    <dgm:cxn modelId="{A14E7826-F652-4235-A09A-D6DB4F472E35}" type="presParOf" srcId="{BBF80FC7-D448-4483-A6C9-4EAE4BE5CAF2}" destId="{C3C50DCF-AD83-48B8-84E3-B3AFA60C3F8D}" srcOrd="1" destOrd="0" presId="urn:microsoft.com/office/officeart/2018/5/layout/IconCircleLabelList"/>
    <dgm:cxn modelId="{C8E07313-64BE-4F3B-BA16-21C2243B78F0}" type="presParOf" srcId="{BBF80FC7-D448-4483-A6C9-4EAE4BE5CAF2}" destId="{DDDA15A8-587D-4B5D-A7BE-FB262C0CAF4E}" srcOrd="2" destOrd="0" presId="urn:microsoft.com/office/officeart/2018/5/layout/IconCircleLabelList"/>
    <dgm:cxn modelId="{11D46087-662B-4FB0-AB5B-1C6ADF8F217F}" type="presParOf" srcId="{DDDA15A8-587D-4B5D-A7BE-FB262C0CAF4E}" destId="{ADBD35B6-559C-4E4F-9574-4BA9274B6091}" srcOrd="0" destOrd="0" presId="urn:microsoft.com/office/officeart/2018/5/layout/IconCircleLabelList"/>
    <dgm:cxn modelId="{45305C69-A4D1-4592-BF1F-488F851C2E72}" type="presParOf" srcId="{DDDA15A8-587D-4B5D-A7BE-FB262C0CAF4E}" destId="{B868A014-8E16-413C-B8AE-3003DEB6A9F2}" srcOrd="1" destOrd="0" presId="urn:microsoft.com/office/officeart/2018/5/layout/IconCircleLabelList"/>
    <dgm:cxn modelId="{00612BFE-89DD-48E9-8E84-F5D1305A62BF}" type="presParOf" srcId="{DDDA15A8-587D-4B5D-A7BE-FB262C0CAF4E}" destId="{E48EBF2C-CCD0-4E01-9A73-A0DE921C18F0}" srcOrd="2" destOrd="0" presId="urn:microsoft.com/office/officeart/2018/5/layout/IconCircleLabelList"/>
    <dgm:cxn modelId="{8E9D7D65-FF3C-461D-A899-41626B03C0F6}" type="presParOf" srcId="{DDDA15A8-587D-4B5D-A7BE-FB262C0CAF4E}" destId="{0DCE97C5-E889-40B4-8BE0-94BAA197A527}" srcOrd="3" destOrd="0" presId="urn:microsoft.com/office/officeart/2018/5/layout/IconCircleLabelList"/>
    <dgm:cxn modelId="{5B069564-2257-4334-AB24-2BC45BA896A6}" type="presParOf" srcId="{BBF80FC7-D448-4483-A6C9-4EAE4BE5CAF2}" destId="{28600D5A-B3F1-42A9-A790-B2733331BD58}" srcOrd="3" destOrd="0" presId="urn:microsoft.com/office/officeart/2018/5/layout/IconCircleLabelList"/>
    <dgm:cxn modelId="{73B81779-D6F7-4B0E-900E-394D99B353B3}" type="presParOf" srcId="{BBF80FC7-D448-4483-A6C9-4EAE4BE5CAF2}" destId="{083D6136-A58E-46F1-A866-3D3D120706A2}" srcOrd="4" destOrd="0" presId="urn:microsoft.com/office/officeart/2018/5/layout/IconCircleLabelList"/>
    <dgm:cxn modelId="{D4A076EE-3EF2-468E-B65E-B43516881C15}" type="presParOf" srcId="{083D6136-A58E-46F1-A866-3D3D120706A2}" destId="{7C7730D2-6F5C-4C07-B6C9-7B78FB830E86}" srcOrd="0" destOrd="0" presId="urn:microsoft.com/office/officeart/2018/5/layout/IconCircleLabelList"/>
    <dgm:cxn modelId="{3B0ED5D5-CEF5-4086-B276-41E7BC4DD0AE}" type="presParOf" srcId="{083D6136-A58E-46F1-A866-3D3D120706A2}" destId="{73DE5867-8622-4ECE-BF05-C44C4A70ACD9}" srcOrd="1" destOrd="0" presId="urn:microsoft.com/office/officeart/2018/5/layout/IconCircleLabelList"/>
    <dgm:cxn modelId="{EFDFEEB2-8098-42CA-992E-9B3E09460CDA}" type="presParOf" srcId="{083D6136-A58E-46F1-A866-3D3D120706A2}" destId="{F4DE9A7E-7688-460B-B8B9-0ED123555AC3}" srcOrd="2" destOrd="0" presId="urn:microsoft.com/office/officeart/2018/5/layout/IconCircleLabelList"/>
    <dgm:cxn modelId="{0CE4EF0C-A9E0-4F18-9C12-E0A526EFDE2C}" type="presParOf" srcId="{083D6136-A58E-46F1-A866-3D3D120706A2}" destId="{9A1458B1-9A61-4DC2-8626-D1B5B6AAF481}" srcOrd="3" destOrd="0" presId="urn:microsoft.com/office/officeart/2018/5/layout/IconCircleLabelList"/>
    <dgm:cxn modelId="{AD1BB634-B780-4F0D-97D1-C03AC7A4ACA9}" type="presParOf" srcId="{BBF80FC7-D448-4483-A6C9-4EAE4BE5CAF2}" destId="{4724C23C-407F-482F-A2D0-67F596F6CFCA}" srcOrd="5" destOrd="0" presId="urn:microsoft.com/office/officeart/2018/5/layout/IconCircleLabelList"/>
    <dgm:cxn modelId="{43CD0A8C-F208-4397-9E4F-4EFDDD1C471F}" type="presParOf" srcId="{BBF80FC7-D448-4483-A6C9-4EAE4BE5CAF2}" destId="{6FE1ADDD-0990-4D75-A5D5-EF81AF9FA32C}" srcOrd="6" destOrd="0" presId="urn:microsoft.com/office/officeart/2018/5/layout/IconCircleLabelList"/>
    <dgm:cxn modelId="{2C86013F-9F2B-467E-A3C3-CC86A889A19A}" type="presParOf" srcId="{6FE1ADDD-0990-4D75-A5D5-EF81AF9FA32C}" destId="{36278FB6-E1FB-41C5-9E64-C3CD6347D9EE}" srcOrd="0" destOrd="0" presId="urn:microsoft.com/office/officeart/2018/5/layout/IconCircleLabelList"/>
    <dgm:cxn modelId="{C1E93950-F73E-4082-89BB-3EE260072231}" type="presParOf" srcId="{6FE1ADDD-0990-4D75-A5D5-EF81AF9FA32C}" destId="{DFA4AADF-7CE3-49CE-9266-1FF1685AE72B}" srcOrd="1" destOrd="0" presId="urn:microsoft.com/office/officeart/2018/5/layout/IconCircleLabelList"/>
    <dgm:cxn modelId="{38886F3A-5FC8-4985-9906-B5DF45B7232B}" type="presParOf" srcId="{6FE1ADDD-0990-4D75-A5D5-EF81AF9FA32C}" destId="{664BDC54-3C32-4107-A9C7-14DDE767E150}" srcOrd="2" destOrd="0" presId="urn:microsoft.com/office/officeart/2018/5/layout/IconCircleLabelList"/>
    <dgm:cxn modelId="{CD2EC769-493B-4B65-8116-E229A398DC8E}" type="presParOf" srcId="{6FE1ADDD-0990-4D75-A5D5-EF81AF9FA32C}" destId="{E1F920E6-D82F-406A-9C4B-D9A87DB39F98}"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A65BE-757B-4D84-B5FE-48104FC06414}">
      <dsp:nvSpPr>
        <dsp:cNvPr id="0" name=""/>
        <dsp:cNvSpPr/>
      </dsp:nvSpPr>
      <dsp:spPr>
        <a:xfrm>
          <a:off x="1019655" y="15299"/>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7EEB8DAD-99AC-4FE8-BD91-AB3BBD920121}">
      <dsp:nvSpPr>
        <dsp:cNvPr id="0" name=""/>
        <dsp:cNvSpPr/>
      </dsp:nvSpPr>
      <dsp:spPr>
        <a:xfrm>
          <a:off x="1253655" y="24929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D6B74B-D7F6-461D-9A3E-29AE873A88E7}">
      <dsp:nvSpPr>
        <dsp:cNvPr id="0" name=""/>
        <dsp:cNvSpPr/>
      </dsp:nvSpPr>
      <dsp:spPr>
        <a:xfrm>
          <a:off x="668655" y="9383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noProof="0">
              <a:solidFill>
                <a:schemeClr val="accent1"/>
              </a:solidFill>
              <a:latin typeface="Microsoft YaHei UI" panose="020B0503020204020204" pitchFamily="34" charset="-122"/>
              <a:ea typeface="Microsoft YaHei UI" panose="020B0503020204020204" pitchFamily="34" charset="-122"/>
            </a:rPr>
            <a:t>Mfx</a:t>
          </a:r>
          <a:r>
            <a:rPr lang="zh-CN" altLang="en-US" sz="2000" kern="1200" noProof="0">
              <a:solidFill>
                <a:schemeClr val="accent1"/>
              </a:solidFill>
              <a:latin typeface="Microsoft YaHei UI" panose="020B0503020204020204" pitchFamily="34" charset="-122"/>
              <a:ea typeface="Microsoft YaHei UI" panose="020B0503020204020204" pitchFamily="34" charset="-122"/>
            </a:rPr>
            <a:t>反射框架</a:t>
          </a:r>
          <a:endParaRPr lang="zh-CN" altLang="en-US" sz="2000" kern="1200" noProof="0" dirty="0">
            <a:solidFill>
              <a:schemeClr val="accent1"/>
            </a:solidFill>
            <a:latin typeface="Microsoft YaHei UI" panose="020B0503020204020204" pitchFamily="34" charset="-122"/>
            <a:ea typeface="Microsoft YaHei UI" panose="020B0503020204020204" pitchFamily="34" charset="-122"/>
          </a:endParaRPr>
        </a:p>
      </dsp:txBody>
      <dsp:txXfrm>
        <a:off x="668655" y="938375"/>
        <a:ext cx="1800000" cy="720000"/>
      </dsp:txXfrm>
    </dsp:sp>
    <dsp:sp modelId="{ADBD35B6-559C-4E4F-9574-4BA9274B6091}">
      <dsp:nvSpPr>
        <dsp:cNvPr id="0" name=""/>
        <dsp:cNvSpPr/>
      </dsp:nvSpPr>
      <dsp:spPr>
        <a:xfrm>
          <a:off x="2922609" y="15299"/>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B868A014-8E16-413C-B8AE-3003DEB6A9F2}">
      <dsp:nvSpPr>
        <dsp:cNvPr id="0" name=""/>
        <dsp:cNvSpPr/>
      </dsp:nvSpPr>
      <dsp:spPr>
        <a:xfrm>
          <a:off x="3156666" y="24929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DCE97C5-E889-40B4-8BE0-94BAA197A527}">
      <dsp:nvSpPr>
        <dsp:cNvPr id="0" name=""/>
        <dsp:cNvSpPr/>
      </dsp:nvSpPr>
      <dsp:spPr>
        <a:xfrm>
          <a:off x="2571687" y="9383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noProof="0">
              <a:solidFill>
                <a:schemeClr val="accent1"/>
              </a:solidFill>
              <a:latin typeface="Microsoft YaHei UI" panose="020B0503020204020204" pitchFamily="34" charset="-122"/>
              <a:ea typeface="Microsoft YaHei UI" panose="020B0503020204020204" pitchFamily="34" charset="-122"/>
            </a:rPr>
            <a:t>Mfx</a:t>
          </a:r>
          <a:r>
            <a:rPr lang="zh-CN" altLang="en-US" sz="2000" kern="1200" noProof="0">
              <a:solidFill>
                <a:schemeClr val="accent1"/>
              </a:solidFill>
              <a:latin typeface="Microsoft YaHei UI" panose="020B0503020204020204" pitchFamily="34" charset="-122"/>
              <a:ea typeface="Microsoft YaHei UI" panose="020B0503020204020204" pitchFamily="34" charset="-122"/>
            </a:rPr>
            <a:t>线程管理</a:t>
          </a:r>
          <a:endParaRPr lang="zh-CN" altLang="en-US" sz="2000" kern="1200" noProof="0" dirty="0">
            <a:solidFill>
              <a:schemeClr val="accent1"/>
            </a:solidFill>
            <a:latin typeface="Microsoft YaHei UI" panose="020B0503020204020204" pitchFamily="34" charset="-122"/>
            <a:ea typeface="Microsoft YaHei UI" panose="020B0503020204020204" pitchFamily="34" charset="-122"/>
          </a:endParaRPr>
        </a:p>
      </dsp:txBody>
      <dsp:txXfrm>
        <a:off x="2571687" y="938375"/>
        <a:ext cx="1800000" cy="720000"/>
      </dsp:txXfrm>
    </dsp:sp>
    <dsp:sp modelId="{7C7730D2-6F5C-4C07-B6C9-7B78FB830E86}">
      <dsp:nvSpPr>
        <dsp:cNvPr id="0" name=""/>
        <dsp:cNvSpPr/>
      </dsp:nvSpPr>
      <dsp:spPr>
        <a:xfrm>
          <a:off x="1019655" y="1578334"/>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73DE5867-8622-4ECE-BF05-C44C4A70ACD9}">
      <dsp:nvSpPr>
        <dsp:cNvPr id="0" name=""/>
        <dsp:cNvSpPr/>
      </dsp:nvSpPr>
      <dsp:spPr>
        <a:xfrm>
          <a:off x="1253655" y="165334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A1458B1-9A61-4DC2-8626-D1B5B6AAF481}">
      <dsp:nvSpPr>
        <dsp:cNvPr id="0" name=""/>
        <dsp:cNvSpPr/>
      </dsp:nvSpPr>
      <dsp:spPr>
        <a:xfrm>
          <a:off x="668655" y="242193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noProof="0">
              <a:solidFill>
                <a:schemeClr val="accent1"/>
              </a:solidFill>
              <a:latin typeface="Microsoft YaHei UI" panose="020B0503020204020204" pitchFamily="34" charset="-122"/>
              <a:ea typeface="Microsoft YaHei UI" panose="020B0503020204020204" pitchFamily="34" charset="-122"/>
            </a:rPr>
            <a:t>MFX</a:t>
          </a:r>
          <a:r>
            <a:rPr lang="zh-CN" altLang="en-US" sz="2000" kern="1200" cap="none" noProof="0">
              <a:solidFill>
                <a:schemeClr val="accent1"/>
              </a:solidFill>
              <a:latin typeface="Microsoft YaHei UI" panose="020B0503020204020204" pitchFamily="34" charset="-122"/>
              <a:ea typeface="Microsoft YaHei UI" panose="020B0503020204020204" pitchFamily="34" charset="-122"/>
            </a:rPr>
            <a:t>对象交互</a:t>
          </a:r>
          <a:endParaRPr lang="zh-CN" altLang="en-US" sz="2000" kern="1200" cap="none" noProof="0" dirty="0">
            <a:solidFill>
              <a:schemeClr val="accent1"/>
            </a:solidFill>
            <a:latin typeface="Microsoft YaHei UI" panose="020B0503020204020204" pitchFamily="34" charset="-122"/>
            <a:ea typeface="Microsoft YaHei UI" panose="020B0503020204020204" pitchFamily="34" charset="-122"/>
          </a:endParaRPr>
        </a:p>
      </dsp:txBody>
      <dsp:txXfrm>
        <a:off x="668655" y="2421935"/>
        <a:ext cx="1800000" cy="720000"/>
      </dsp:txXfrm>
    </dsp:sp>
    <dsp:sp modelId="{36278FB6-E1FB-41C5-9E64-C3CD6347D9EE}">
      <dsp:nvSpPr>
        <dsp:cNvPr id="0" name=""/>
        <dsp:cNvSpPr/>
      </dsp:nvSpPr>
      <dsp:spPr>
        <a:xfrm>
          <a:off x="2922609" y="1578334"/>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DFA4AADF-7CE3-49CE-9266-1FF1685AE72B}">
      <dsp:nvSpPr>
        <dsp:cNvPr id="0" name=""/>
        <dsp:cNvSpPr/>
      </dsp:nvSpPr>
      <dsp:spPr>
        <a:xfrm>
          <a:off x="3156666" y="165334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1F920E6-D82F-406A-9C4B-D9A87DB39F98}">
      <dsp:nvSpPr>
        <dsp:cNvPr id="0" name=""/>
        <dsp:cNvSpPr/>
      </dsp:nvSpPr>
      <dsp:spPr>
        <a:xfrm>
          <a:off x="2571687" y="242193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noProof="0">
              <a:solidFill>
                <a:schemeClr val="accent1"/>
              </a:solidFill>
              <a:latin typeface="Microsoft YaHei UI" panose="020B0503020204020204" pitchFamily="34" charset="-122"/>
              <a:ea typeface="Microsoft YaHei UI" panose="020B0503020204020204" pitchFamily="34" charset="-122"/>
            </a:rPr>
            <a:t>MFX</a:t>
          </a:r>
          <a:r>
            <a:rPr lang="zh-CN" altLang="en-US" sz="2000" kern="1200" cap="none" noProof="0">
              <a:solidFill>
                <a:schemeClr val="accent1"/>
              </a:solidFill>
              <a:latin typeface="Microsoft YaHei UI" panose="020B0503020204020204" pitchFamily="34" charset="-122"/>
              <a:ea typeface="Microsoft YaHei UI" panose="020B0503020204020204" pitchFamily="34" charset="-122"/>
            </a:rPr>
            <a:t>推断模板</a:t>
          </a:r>
          <a:endParaRPr lang="zh-CN" altLang="en-US" sz="2000" kern="1200" cap="none" noProof="0" dirty="0">
            <a:solidFill>
              <a:schemeClr val="accent1"/>
            </a:solidFill>
            <a:latin typeface="Microsoft YaHei UI" panose="020B0503020204020204" pitchFamily="34" charset="-122"/>
            <a:ea typeface="Microsoft YaHei UI" panose="020B0503020204020204" pitchFamily="34" charset="-122"/>
          </a:endParaRPr>
        </a:p>
      </dsp:txBody>
      <dsp:txXfrm>
        <a:off x="2571687" y="2421935"/>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F4C1764-85D5-4493-AFF2-102C8CCDCA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4F00AE9B-9313-4400-88A6-DB6F0E5188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BDAA84-C05F-4361-BB92-985E6458983C}" type="datetime1">
              <a:rPr lang="zh-CN" altLang="en-US" smtClean="0">
                <a:latin typeface="Microsoft YaHei UI" panose="020B0503020204020204" pitchFamily="34" charset="-122"/>
                <a:ea typeface="Microsoft YaHei UI" panose="020B0503020204020204" pitchFamily="34" charset="-122"/>
              </a:rPr>
              <a:t>2021/5/30</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5C47E4FE-538D-4A0C-A9D3-AA0A46C882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887FF196-9239-49DE-B864-9827F816EE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2099C3-1D58-488C-8A59-AD905521D93D}"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6898401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70D609F2-9C8B-4433-B7B4-CB968606847D}" type="datetime1">
              <a:rPr lang="zh-CN" altLang="en-US" smtClean="0"/>
              <a:pPr/>
              <a:t>2021/5/30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dirty="0"/>
              <a:t>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B704540-4696-4E63-A5FC-A54ECE210F6D}" type="slidenum">
              <a:rPr lang="en-US" altLang="zh-CN" noProof="0" smtClean="0"/>
              <a:pPr/>
              <a:t>‹#›</a:t>
            </a:fld>
            <a:endParaRPr lang="zh-CN" altLang="en-US" noProof="0"/>
          </a:p>
        </p:txBody>
      </p:sp>
    </p:spTree>
    <p:extLst>
      <p:ext uri="{BB962C8B-B14F-4D97-AF65-F5344CB8AC3E}">
        <p14:creationId xmlns:p14="http://schemas.microsoft.com/office/powerpoint/2010/main" val="4209548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77215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79169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1991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417780" y="3531204"/>
            <a:ext cx="8637072" cy="977621"/>
          </a:xfrm>
        </p:spPr>
        <p:txBody>
          <a:bodyPr tIns="91440" bIns="91440" rtlCol="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单击此处编辑母版副标题样式</a:t>
            </a:r>
          </a:p>
        </p:txBody>
      </p:sp>
      <p:cxnSp>
        <p:nvCxnSpPr>
          <p:cNvPr id="15" name="直接连接符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0" name="标题 9">
            <a:extLst>
              <a:ext uri="{FF2B5EF4-FFF2-40B4-BE49-F238E27FC236}">
                <a16:creationId xmlns:a16="http://schemas.microsoft.com/office/drawing/2014/main" id="{FCB00443-8D35-47B1-AA0F-1117D1B1CB72}"/>
              </a:ext>
            </a:extLst>
          </p:cNvPr>
          <p:cNvSpPr>
            <a:spLocks noGrp="1"/>
          </p:cNvSpPr>
          <p:nvPr>
            <p:ph type="title"/>
          </p:nvPr>
        </p:nvSpPr>
        <p:spPr/>
        <p:txBody>
          <a:bodyPr/>
          <a:lstStyle/>
          <a:p>
            <a:r>
              <a:rPr lang="zh-CN" altLang="en-US"/>
              <a:t>单击此处编辑母版标题样式</a:t>
            </a:r>
          </a:p>
        </p:txBody>
      </p:sp>
      <p:sp>
        <p:nvSpPr>
          <p:cNvPr id="14" name="日期占位符 13">
            <a:extLst>
              <a:ext uri="{FF2B5EF4-FFF2-40B4-BE49-F238E27FC236}">
                <a16:creationId xmlns:a16="http://schemas.microsoft.com/office/drawing/2014/main" id="{5D566128-BAD4-4CE3-B642-6AAECBA93D18}"/>
              </a:ext>
            </a:extLst>
          </p:cNvPr>
          <p:cNvSpPr>
            <a:spLocks noGrp="1"/>
          </p:cNvSpPr>
          <p:nvPr>
            <p:ph type="dt" sz="half" idx="10"/>
          </p:nvPr>
        </p:nvSpPr>
        <p:spPr/>
        <p:txBody>
          <a:bodyPr/>
          <a:lstStyle/>
          <a:p>
            <a:fld id="{71A78EA6-6BBA-4547-A9C3-E37A10EB4050}" type="datetime3">
              <a:rPr lang="zh-CN" altLang="en-US" smtClean="0"/>
              <a:t>2021年5月30日星期日</a:t>
            </a:fld>
            <a:endParaRPr lang="zh-CN" altLang="en-US"/>
          </a:p>
        </p:txBody>
      </p:sp>
      <p:sp>
        <p:nvSpPr>
          <p:cNvPr id="16" name="页脚占位符 15">
            <a:extLst>
              <a:ext uri="{FF2B5EF4-FFF2-40B4-BE49-F238E27FC236}">
                <a16:creationId xmlns:a16="http://schemas.microsoft.com/office/drawing/2014/main" id="{59BA1A66-E3E5-407F-8072-6203723C54CF}"/>
              </a:ext>
            </a:extLst>
          </p:cNvPr>
          <p:cNvSpPr>
            <a:spLocks noGrp="1"/>
          </p:cNvSpPr>
          <p:nvPr>
            <p:ph type="ftr" sz="quarter" idx="11"/>
          </p:nvPr>
        </p:nvSpPr>
        <p:spPr/>
        <p:txBody>
          <a:bodyPr/>
          <a:lstStyle/>
          <a:p>
            <a:r>
              <a:rPr lang="en-US" altLang="zh-CN"/>
              <a:t>yishengjun@gmail.com</a:t>
            </a:r>
            <a:endParaRPr lang="zh-CN" altLang="en-US"/>
          </a:p>
        </p:txBody>
      </p:sp>
      <p:sp>
        <p:nvSpPr>
          <p:cNvPr id="17" name="灯片编号占位符 16">
            <a:extLst>
              <a:ext uri="{FF2B5EF4-FFF2-40B4-BE49-F238E27FC236}">
                <a16:creationId xmlns:a16="http://schemas.microsoft.com/office/drawing/2014/main" id="{55802052-795F-406F-AE3D-12911F82C23C}"/>
              </a:ext>
            </a:extLst>
          </p:cNvPr>
          <p:cNvSpPr>
            <a:spLocks noGrp="1"/>
          </p:cNvSpPr>
          <p:nvPr>
            <p:ph type="sldNum" sz="quarter" idx="12"/>
          </p:nvPr>
        </p:nvSpPr>
        <p:spPr/>
        <p:txBody>
          <a:bodyPr/>
          <a:lstStyle/>
          <a:p>
            <a:fld id="{6D22F896-40B5-4ADD-8801-0D06FADFA095}" type="slidenum">
              <a:rPr lang="en-US" altLang="zh-CN" smtClean="0"/>
              <a:pPr/>
              <a:t>‹#›</a:t>
            </a:fld>
            <a:endParaRPr lang="zh-CN" altLang="en-US"/>
          </a:p>
        </p:txBody>
      </p:sp>
    </p:spTree>
    <p:extLst>
      <p:ext uri="{BB962C8B-B14F-4D97-AF65-F5344CB8AC3E}">
        <p14:creationId xmlns:p14="http://schemas.microsoft.com/office/powerpoint/2010/main" val="3164700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rtlCol="0" anchor="t"/>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3" name="直接连接符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标题 3">
            <a:extLst>
              <a:ext uri="{FF2B5EF4-FFF2-40B4-BE49-F238E27FC236}">
                <a16:creationId xmlns:a16="http://schemas.microsoft.com/office/drawing/2014/main" id="{5FCE2245-B488-4A15-9956-4E1492E88CB7}"/>
              </a:ext>
            </a:extLst>
          </p:cNvPr>
          <p:cNvSpPr>
            <a:spLocks noGrp="1"/>
          </p:cNvSpPr>
          <p:nvPr>
            <p:ph type="title"/>
          </p:nvPr>
        </p:nvSpPr>
        <p:spPr/>
        <p:txBody>
          <a:bodyPr/>
          <a:lstStyle/>
          <a:p>
            <a:r>
              <a:rPr lang="zh-CN" altLang="en-US"/>
              <a:t>单击此处编辑母版标题样式</a:t>
            </a:r>
          </a:p>
        </p:txBody>
      </p:sp>
      <p:sp>
        <p:nvSpPr>
          <p:cNvPr id="5" name="日期占位符 4">
            <a:extLst>
              <a:ext uri="{FF2B5EF4-FFF2-40B4-BE49-F238E27FC236}">
                <a16:creationId xmlns:a16="http://schemas.microsoft.com/office/drawing/2014/main" id="{D29DAAE9-E318-48E6-813E-0B00F91DE718}"/>
              </a:ext>
            </a:extLst>
          </p:cNvPr>
          <p:cNvSpPr>
            <a:spLocks noGrp="1"/>
          </p:cNvSpPr>
          <p:nvPr>
            <p:ph type="dt" sz="half" idx="13"/>
          </p:nvPr>
        </p:nvSpPr>
        <p:spPr/>
        <p:txBody>
          <a:bodyPr/>
          <a:lstStyle/>
          <a:p>
            <a:fld id="{4B6BFD01-D9C3-4334-8659-5AAEA561D88D}" type="datetime3">
              <a:rPr lang="zh-CN" altLang="en-US" smtClean="0"/>
              <a:t>2021年5月30日星期日</a:t>
            </a:fld>
            <a:endParaRPr lang="zh-CN" altLang="en-US"/>
          </a:p>
        </p:txBody>
      </p:sp>
      <p:sp>
        <p:nvSpPr>
          <p:cNvPr id="7" name="页脚占位符 6">
            <a:extLst>
              <a:ext uri="{FF2B5EF4-FFF2-40B4-BE49-F238E27FC236}">
                <a16:creationId xmlns:a16="http://schemas.microsoft.com/office/drawing/2014/main" id="{6CB50514-A48F-49D9-862C-CE2BD3DADB56}"/>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256758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454239" y="1756130"/>
            <a:ext cx="8643154" cy="1887950"/>
          </a:xfrm>
        </p:spPr>
        <p:txBody>
          <a:bodyPr rtlCol="0" anchor="b">
            <a:normAutofit/>
          </a:bodyPr>
          <a:lstStyle>
            <a:lvl1pPr algn="l">
              <a:defRPr sz="3600"/>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1454239" y="3806195"/>
            <a:ext cx="8630446" cy="1012929"/>
          </a:xfrm>
        </p:spPr>
        <p:txBody>
          <a:bodyPr tIns="91440" rtlCol="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编辑母版文本样式</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5" name="直接连接符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46BA9436-CD7C-4507-9AEB-B7A755B8EA6E}"/>
              </a:ext>
            </a:extLst>
          </p:cNvPr>
          <p:cNvSpPr>
            <a:spLocks noGrp="1"/>
          </p:cNvSpPr>
          <p:nvPr>
            <p:ph type="dt" sz="half" idx="13"/>
          </p:nvPr>
        </p:nvSpPr>
        <p:spPr/>
        <p:txBody>
          <a:bodyPr/>
          <a:lstStyle/>
          <a:p>
            <a:fld id="{E1387ACB-D098-4F3D-AB16-D5A695917FE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3740299-850C-40D7-86F0-B8AD2072C154}"/>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3997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49217" y="804889"/>
            <a:ext cx="9605635" cy="1059305"/>
          </a:xfrm>
        </p:spPr>
        <p:txBody>
          <a:bodyPr rtlCol="0"/>
          <a:lstStyle/>
          <a:p>
            <a:pPr rtl="0"/>
            <a:r>
              <a:rPr lang="zh-CN" altLang="en-US" noProof="0"/>
              <a:t>单击此处编辑母版标题样式</a:t>
            </a:r>
          </a:p>
        </p:txBody>
      </p:sp>
      <p:sp>
        <p:nvSpPr>
          <p:cNvPr id="3" name="内容占位符 2"/>
          <p:cNvSpPr>
            <a:spLocks noGrp="1"/>
          </p:cNvSpPr>
          <p:nvPr>
            <p:ph sz="half" idx="1" hasCustomPrompt="1"/>
          </p:nvPr>
        </p:nvSpPr>
        <p:spPr>
          <a:xfrm>
            <a:off x="1447331" y="2010878"/>
            <a:ext cx="4645152" cy="3448595"/>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内容占位符 3"/>
          <p:cNvSpPr>
            <a:spLocks noGrp="1"/>
          </p:cNvSpPr>
          <p:nvPr>
            <p:ph sz="half" idx="2" hasCustomPrompt="1"/>
          </p:nvPr>
        </p:nvSpPr>
        <p:spPr>
          <a:xfrm>
            <a:off x="6413771" y="2017343"/>
            <a:ext cx="4645152" cy="3441520"/>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7" name="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5" name="直接连接符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9B17D89E-12C3-4BBE-A5C0-A5F87C38DD8D}"/>
              </a:ext>
            </a:extLst>
          </p:cNvPr>
          <p:cNvSpPr>
            <a:spLocks noGrp="1"/>
          </p:cNvSpPr>
          <p:nvPr>
            <p:ph type="dt" sz="half" idx="13"/>
          </p:nvPr>
        </p:nvSpPr>
        <p:spPr/>
        <p:txBody>
          <a:bodyPr/>
          <a:lstStyle/>
          <a:p>
            <a:fld id="{6F2E6527-83C1-49A4-B0FA-2B9273E2D872}"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647B5359-65B2-4267-B155-C4219C1B7195}"/>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29266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447191" y="804163"/>
            <a:ext cx="9607661" cy="1056319"/>
          </a:xfrm>
        </p:spPr>
        <p:txBody>
          <a:bodyPr rtlCol="0"/>
          <a:lstStyle/>
          <a:p>
            <a:pPr rtl="0"/>
            <a:r>
              <a:rPr lang="zh-CN" altLang="en-US" noProof="0"/>
              <a:t>单击此处编辑母版标题样式</a:t>
            </a:r>
          </a:p>
        </p:txBody>
      </p:sp>
      <p:sp>
        <p:nvSpPr>
          <p:cNvPr id="3" name="文本占位符 2"/>
          <p:cNvSpPr>
            <a:spLocks noGrp="1"/>
          </p:cNvSpPr>
          <p:nvPr>
            <p:ph type="body" idx="1" hasCustomPrompt="1"/>
          </p:nvPr>
        </p:nvSpPr>
        <p:spPr>
          <a:xfrm>
            <a:off x="1447191" y="2019549"/>
            <a:ext cx="4645152" cy="801943"/>
          </a:xfrm>
        </p:spPr>
        <p:txBody>
          <a:bodyPr rtlCol="0"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4" name="内容占位符 3"/>
          <p:cNvSpPr>
            <a:spLocks noGrp="1"/>
          </p:cNvSpPr>
          <p:nvPr>
            <p:ph sz="half" idx="2" hasCustomPrompt="1"/>
          </p:nvPr>
        </p:nvSpPr>
        <p:spPr>
          <a:xfrm>
            <a:off x="1447191" y="2824269"/>
            <a:ext cx="4645152" cy="2644457"/>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文本占位符 4"/>
          <p:cNvSpPr>
            <a:spLocks noGrp="1"/>
          </p:cNvSpPr>
          <p:nvPr>
            <p:ph type="body" sz="quarter" idx="3" hasCustomPrompt="1"/>
          </p:nvPr>
        </p:nvSpPr>
        <p:spPr>
          <a:xfrm>
            <a:off x="6412362" y="2023003"/>
            <a:ext cx="4645152" cy="802237"/>
          </a:xfrm>
        </p:spPr>
        <p:txBody>
          <a:bodyPr rtlCol="0"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6" name="内容占位符 5"/>
          <p:cNvSpPr>
            <a:spLocks noGrp="1"/>
          </p:cNvSpPr>
          <p:nvPr>
            <p:ph sz="quarter" idx="4" hasCustomPrompt="1"/>
          </p:nvPr>
        </p:nvSpPr>
        <p:spPr>
          <a:xfrm>
            <a:off x="6412362" y="2821491"/>
            <a:ext cx="4645152" cy="2637371"/>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9" name="灯片编号占位符 8"/>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9" name="直接连接符​​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日期占位符 6">
            <a:extLst>
              <a:ext uri="{FF2B5EF4-FFF2-40B4-BE49-F238E27FC236}">
                <a16:creationId xmlns:a16="http://schemas.microsoft.com/office/drawing/2014/main" id="{FB4C23CB-8425-4907-AC7E-99AA0B85EBC3}"/>
              </a:ext>
            </a:extLst>
          </p:cNvPr>
          <p:cNvSpPr>
            <a:spLocks noGrp="1"/>
          </p:cNvSpPr>
          <p:nvPr>
            <p:ph type="dt" sz="half" idx="13"/>
          </p:nvPr>
        </p:nvSpPr>
        <p:spPr/>
        <p:txBody>
          <a:bodyPr/>
          <a:lstStyle/>
          <a:p>
            <a:fld id="{7D47AD24-A05B-4336-8DF0-211FDF9666BB}" type="datetime3">
              <a:rPr lang="zh-CN" altLang="en-US" smtClean="0"/>
              <a:t>2021年5月30日星期日</a:t>
            </a:fld>
            <a:endParaRPr lang="zh-CN" altLang="en-US"/>
          </a:p>
        </p:txBody>
      </p:sp>
      <p:sp>
        <p:nvSpPr>
          <p:cNvPr id="8" name="页脚占位符 7">
            <a:extLst>
              <a:ext uri="{FF2B5EF4-FFF2-40B4-BE49-F238E27FC236}">
                <a16:creationId xmlns:a16="http://schemas.microsoft.com/office/drawing/2014/main" id="{768D8838-F441-413A-B2F9-C247E3E60A9C}"/>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65941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5" name="灯片编号占位符 4"/>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5" name="直接连接符​​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日期占位符 2">
            <a:extLst>
              <a:ext uri="{FF2B5EF4-FFF2-40B4-BE49-F238E27FC236}">
                <a16:creationId xmlns:a16="http://schemas.microsoft.com/office/drawing/2014/main" id="{078DEF35-7D47-49AA-83D7-FFD58BE8191A}"/>
              </a:ext>
            </a:extLst>
          </p:cNvPr>
          <p:cNvSpPr>
            <a:spLocks noGrp="1"/>
          </p:cNvSpPr>
          <p:nvPr>
            <p:ph type="dt" sz="half" idx="13"/>
          </p:nvPr>
        </p:nvSpPr>
        <p:spPr/>
        <p:txBody>
          <a:bodyPr/>
          <a:lstStyle/>
          <a:p>
            <a:fld id="{5DAE058E-B948-4697-AFB9-A245779F03AC}" type="datetime3">
              <a:rPr lang="zh-CN" altLang="en-US" smtClean="0"/>
              <a:t>2021年5月30日星期日</a:t>
            </a:fld>
            <a:endParaRPr lang="zh-CN" altLang="en-US"/>
          </a:p>
        </p:txBody>
      </p:sp>
      <p:sp>
        <p:nvSpPr>
          <p:cNvPr id="4" name="页脚占位符 3">
            <a:extLst>
              <a:ext uri="{FF2B5EF4-FFF2-40B4-BE49-F238E27FC236}">
                <a16:creationId xmlns:a16="http://schemas.microsoft.com/office/drawing/2014/main" id="{EDC7B908-EB97-472F-8868-0A6BE1136DF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015890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sp>
        <p:nvSpPr>
          <p:cNvPr id="2" name="日期占位符 1">
            <a:extLst>
              <a:ext uri="{FF2B5EF4-FFF2-40B4-BE49-F238E27FC236}">
                <a16:creationId xmlns:a16="http://schemas.microsoft.com/office/drawing/2014/main" id="{0CCCB66D-3D5D-4D67-B39F-513E4BFC6D79}"/>
              </a:ext>
            </a:extLst>
          </p:cNvPr>
          <p:cNvSpPr>
            <a:spLocks noGrp="1"/>
          </p:cNvSpPr>
          <p:nvPr>
            <p:ph type="dt" sz="half" idx="13"/>
          </p:nvPr>
        </p:nvSpPr>
        <p:spPr/>
        <p:txBody>
          <a:bodyPr/>
          <a:lstStyle/>
          <a:p>
            <a:fld id="{07EB488D-73B9-44F6-B5D4-BD42EDC4196B}" type="datetime3">
              <a:rPr lang="zh-CN" altLang="en-US" smtClean="0"/>
              <a:t>2021年5月30日星期日</a:t>
            </a:fld>
            <a:endParaRPr lang="zh-CN" altLang="en-US"/>
          </a:p>
        </p:txBody>
      </p:sp>
      <p:sp>
        <p:nvSpPr>
          <p:cNvPr id="3" name="页脚占位符 2">
            <a:extLst>
              <a:ext uri="{FF2B5EF4-FFF2-40B4-BE49-F238E27FC236}">
                <a16:creationId xmlns:a16="http://schemas.microsoft.com/office/drawing/2014/main" id="{89317D16-B2C1-448F-89D7-EA7AFF96AAB4}"/>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1031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1444671" y="798973"/>
            <a:ext cx="3273099" cy="2247117"/>
          </a:xfrm>
        </p:spPr>
        <p:txBody>
          <a:bodyPr rtlCol="0" anchor="b">
            <a:normAutofit/>
          </a:bodyPr>
          <a:lstStyle>
            <a:lvl1pPr algn="l">
              <a:defRPr sz="2400"/>
            </a:lvl1pPr>
          </a:lstStyle>
          <a:p>
            <a:pPr rtl="0"/>
            <a:r>
              <a:rPr lang="zh-CN" altLang="en-US" noProof="0"/>
              <a:t>单击此处编辑母版标题样式</a:t>
            </a:r>
          </a:p>
        </p:txBody>
      </p:sp>
      <p:sp>
        <p:nvSpPr>
          <p:cNvPr id="3" name="内容占位符 2"/>
          <p:cNvSpPr>
            <a:spLocks noGrp="1"/>
          </p:cNvSpPr>
          <p:nvPr>
            <p:ph idx="1" hasCustomPrompt="1"/>
          </p:nvPr>
        </p:nvSpPr>
        <p:spPr>
          <a:xfrm>
            <a:off x="5043714" y="798974"/>
            <a:ext cx="6012470" cy="4658826"/>
          </a:xfrm>
        </p:spPr>
        <p:txBody>
          <a:bodyPr rtlCol="0" anchor="ct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文本占位符 3"/>
          <p:cNvSpPr>
            <a:spLocks noGrp="1"/>
          </p:cNvSpPr>
          <p:nvPr>
            <p:ph type="body" sz="half" idx="2" hasCustomPrompt="1"/>
          </p:nvPr>
        </p:nvSpPr>
        <p:spPr>
          <a:xfrm>
            <a:off x="1444671" y="3205491"/>
            <a:ext cx="3275013" cy="2248181"/>
          </a:xfrm>
        </p:spPr>
        <p:txBody>
          <a:bodyPr rtlCol="0"/>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
        <p:nvSpPr>
          <p:cNvPr id="7" name="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7" name="直接连接符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22E471F7-B3BA-4A51-A9D3-52083975B70C}"/>
              </a:ext>
            </a:extLst>
          </p:cNvPr>
          <p:cNvSpPr>
            <a:spLocks noGrp="1"/>
          </p:cNvSpPr>
          <p:nvPr>
            <p:ph type="dt" sz="half" idx="13"/>
          </p:nvPr>
        </p:nvSpPr>
        <p:spPr/>
        <p:txBody>
          <a:bodyPr/>
          <a:lstStyle/>
          <a:p>
            <a:fld id="{BCBDD0CB-8D83-49D3-BA6E-23ADCC4DEF0A}"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122385D2-358D-4333-90B8-D1EF540B2C8A}"/>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931563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grpSp>
        <p:nvGrpSpPr>
          <p:cNvPr id="8" name="组 7"/>
          <p:cNvGrpSpPr/>
          <p:nvPr/>
        </p:nvGrpSpPr>
        <p:grpSpPr>
          <a:xfrm>
            <a:off x="7477387" y="482170"/>
            <a:ext cx="4074533" cy="5149101"/>
            <a:chOff x="7477387" y="482170"/>
            <a:chExt cx="4074533" cy="5149101"/>
          </a:xfrm>
        </p:grpSpPr>
        <p:sp>
          <p:nvSpPr>
            <p:cNvPr id="18" name="长方形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长方形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标题 1"/>
          <p:cNvSpPr>
            <a:spLocks noGrp="1"/>
          </p:cNvSpPr>
          <p:nvPr>
            <p:ph type="title"/>
          </p:nvPr>
        </p:nvSpPr>
        <p:spPr>
          <a:xfrm>
            <a:off x="1451206" y="1129513"/>
            <a:ext cx="5532328" cy="1830584"/>
          </a:xfrm>
        </p:spPr>
        <p:txBody>
          <a:bodyPr rtlCol="0" anchor="b">
            <a:normAutofit/>
          </a:bodyPr>
          <a:lstStyle>
            <a:lvl1pPr>
              <a:defRPr sz="3200"/>
            </a:lvl1pPr>
          </a:lstStyle>
          <a:p>
            <a:pPr rtl="0"/>
            <a:r>
              <a:rPr lang="zh-CN" altLang="en-US" noProof="0"/>
              <a:t>单击此处编辑母版标题样式</a:t>
            </a:r>
          </a:p>
        </p:txBody>
      </p:sp>
      <p:sp>
        <p:nvSpPr>
          <p:cNvPr id="3" name="图片占位符 2"/>
          <p:cNvSpPr>
            <a:spLocks noGrp="1" noChangeAspect="1"/>
          </p:cNvSpPr>
          <p:nvPr>
            <p:ph type="pic" idx="1" hasCustomPrompt="1"/>
          </p:nvPr>
        </p:nvSpPr>
        <p:spPr>
          <a:xfrm>
            <a:off x="8124389" y="1122542"/>
            <a:ext cx="2791171" cy="3866327"/>
          </a:xfrm>
          <a:solidFill>
            <a:schemeClr val="bg1">
              <a:lumMod val="85000"/>
            </a:schemeClr>
          </a:solidFill>
          <a:ln w="9525" cap="sq">
            <a:noFill/>
            <a:miter lim="800000"/>
          </a:ln>
          <a:effectLst/>
        </p:spPr>
        <p:txBody>
          <a:bodyPr rtlCol="0"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1450329" y="3145992"/>
            <a:ext cx="5524404" cy="2003742"/>
          </a:xfrm>
        </p:spPr>
        <p:txBody>
          <a:bodyPr rtlCol="0">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
        <p:nvSpPr>
          <p:cNvPr id="7" name="幻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1" name="直接连接符​​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76D23D12-1E4E-41BA-956C-A114626FF554}"/>
              </a:ext>
            </a:extLst>
          </p:cNvPr>
          <p:cNvSpPr>
            <a:spLocks noGrp="1"/>
          </p:cNvSpPr>
          <p:nvPr>
            <p:ph type="dt" sz="half" idx="13"/>
          </p:nvPr>
        </p:nvSpPr>
        <p:spPr/>
        <p:txBody>
          <a:bodyPr/>
          <a:lstStyle/>
          <a:p>
            <a:fld id="{E56A693A-4D03-4056-8614-D2A0BAB5F183}"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BCDBA164-DEC8-4681-A9E0-1629AA44ED2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09398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垂直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垂直文本占位符 2"/>
          <p:cNvSpPr>
            <a:spLocks noGrp="1"/>
          </p:cNvSpPr>
          <p:nvPr>
            <p:ph type="body" orient="vert" idx="1" hasCustomPrompt="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6" name="直接连接符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70CA5CDF-2FB5-4122-B44F-8AF286CA165A}"/>
              </a:ext>
            </a:extLst>
          </p:cNvPr>
          <p:cNvSpPr>
            <a:spLocks noGrp="1"/>
          </p:cNvSpPr>
          <p:nvPr>
            <p:ph type="dt" sz="half" idx="13"/>
          </p:nvPr>
        </p:nvSpPr>
        <p:spPr/>
        <p:txBody>
          <a:bodyPr/>
          <a:lstStyle/>
          <a:p>
            <a:fld id="{336E961D-20C3-4965-BAE6-FA6D060660C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CBB57C1B-BE01-4051-93B3-35DAD7422F65}"/>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26037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垂直文本">
    <p:spTree>
      <p:nvGrpSpPr>
        <p:cNvPr id="1" name=""/>
        <p:cNvGrpSpPr/>
        <p:nvPr/>
      </p:nvGrpSpPr>
      <p:grpSpPr>
        <a:xfrm>
          <a:off x="0" y="0"/>
          <a:ext cx="0" cy="0"/>
          <a:chOff x="0" y="0"/>
          <a:chExt cx="0" cy="0"/>
        </a:xfrm>
      </p:grpSpPr>
      <p:sp>
        <p:nvSpPr>
          <p:cNvPr id="2" name="标题 1"/>
          <p:cNvSpPr>
            <a:spLocks noGrp="1"/>
          </p:cNvSpPr>
          <p:nvPr>
            <p:ph type="title"/>
          </p:nvPr>
        </p:nvSpPr>
        <p:spPr>
          <a:xfrm>
            <a:off x="537178" y="804519"/>
            <a:ext cx="2531337" cy="1049235"/>
          </a:xfrm>
        </p:spPr>
        <p:txBody>
          <a:bodyPr rtlCol="0" anchor="ctr">
            <a:normAutofit/>
          </a:bodyPr>
          <a:lstStyle>
            <a:lvl1pPr marL="0" indent="0" algn="ctr">
              <a:buFont typeface="Arial" panose="020B0604020202020204" pitchFamily="34" charset="0"/>
              <a:buNone/>
              <a:defRPr sz="2400">
                <a:solidFill>
                  <a:schemeClr val="tx1"/>
                </a:solidFill>
              </a:defRPr>
            </a:lvl1pPr>
          </a:lstStyle>
          <a:p>
            <a:pPr rtl="0"/>
            <a:r>
              <a:rPr lang="zh-CN" altLang="en-US" noProof="0"/>
              <a:t>单击此处编辑</a:t>
            </a:r>
          </a:p>
        </p:txBody>
      </p:sp>
      <p:sp>
        <p:nvSpPr>
          <p:cNvPr id="3" name="垂直文本占位符 2"/>
          <p:cNvSpPr>
            <a:spLocks noGrp="1"/>
          </p:cNvSpPr>
          <p:nvPr>
            <p:ph type="body" orient="vert" idx="1" hasCustomPrompt="1"/>
          </p:nvPr>
        </p:nvSpPr>
        <p:spPr>
          <a:xfrm>
            <a:off x="537178" y="2015732"/>
            <a:ext cx="2531337" cy="3450613"/>
          </a:xfrm>
        </p:spPr>
        <p:txBody>
          <a:bodyPr vert="horz" rtlCol="0">
            <a:normAutofit/>
          </a:bodyPr>
          <a:lstStyle>
            <a:lvl1pPr marL="0" indent="457200" algn="l">
              <a:buNone/>
              <a:defRPr sz="2000"/>
            </a:lvl1pPr>
            <a:lvl2pPr marL="457200" indent="0" algn="l">
              <a:buNone/>
              <a:defRPr/>
            </a:lvl2pPr>
            <a:lvl3pPr marL="914400" indent="0" algn="l">
              <a:buNone/>
              <a:defRPr/>
            </a:lvl3pPr>
            <a:lvl4pPr marL="1371600" indent="0" algn="l">
              <a:buNone/>
              <a:defRPr/>
            </a:lvl4pPr>
            <a:lvl5pPr marL="1828800" indent="0" algn="l">
              <a:buNone/>
              <a:defRPr/>
            </a:lvl5pPr>
          </a:lstStyle>
          <a:p>
            <a:pPr lvl="0" rtl="0"/>
            <a:r>
              <a:rPr lang="zh-CN" altLang="en-US" noProof="0"/>
              <a:t>编辑母版文本样式</a:t>
            </a:r>
          </a:p>
        </p:txBody>
      </p:sp>
      <p:cxnSp>
        <p:nvCxnSpPr>
          <p:cNvPr id="26" name="直接连接符 25"/>
          <p:cNvCxnSpPr>
            <a:cxnSpLocks/>
          </p:cNvCxnSpPr>
          <p:nvPr/>
        </p:nvCxnSpPr>
        <p:spPr>
          <a:xfrm>
            <a:off x="539495" y="1847088"/>
            <a:ext cx="253245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垂直文本占位符 2">
            <a:extLst>
              <a:ext uri="{FF2B5EF4-FFF2-40B4-BE49-F238E27FC236}">
                <a16:creationId xmlns:a16="http://schemas.microsoft.com/office/drawing/2014/main" id="{62AF162D-8593-4021-A02B-AB5201D61C4B}"/>
              </a:ext>
            </a:extLst>
          </p:cNvPr>
          <p:cNvSpPr>
            <a:spLocks noGrp="1"/>
          </p:cNvSpPr>
          <p:nvPr>
            <p:ph type="body" orient="vert" idx="12" hasCustomPrompt="1"/>
          </p:nvPr>
        </p:nvSpPr>
        <p:spPr>
          <a:xfrm>
            <a:off x="3239347" y="804519"/>
            <a:ext cx="8413157" cy="4661824"/>
          </a:xfrm>
        </p:spPr>
        <p:txBody>
          <a:bodyPr vert="horz" rtlCol="0">
            <a:normAutofit/>
          </a:bodyPr>
          <a:lstStyle>
            <a:lvl1pPr marL="0" indent="457200" algn="l">
              <a:buNone/>
              <a:defRPr sz="2000"/>
            </a:lvl1pPr>
            <a:lvl2pPr marL="457200" indent="0" algn="l">
              <a:buNone/>
              <a:defRPr/>
            </a:lvl2pPr>
            <a:lvl3pPr marL="914400" indent="0" algn="l">
              <a:buNone/>
              <a:defRPr/>
            </a:lvl3pPr>
            <a:lvl4pPr marL="1371600" indent="0" algn="l">
              <a:buNone/>
              <a:defRPr/>
            </a:lvl4pPr>
            <a:lvl5pPr marL="1828800" indent="0" algn="l">
              <a:buNone/>
              <a:defRPr/>
            </a:lvl5pPr>
          </a:lstStyle>
          <a:p>
            <a:pPr lvl="0" rtl="0"/>
            <a:r>
              <a:rPr lang="zh-CN" altLang="en-US" noProof="0"/>
              <a:t>编辑母版文本样式</a:t>
            </a:r>
          </a:p>
        </p:txBody>
      </p:sp>
      <p:sp>
        <p:nvSpPr>
          <p:cNvPr id="4" name="日期占位符 3">
            <a:extLst>
              <a:ext uri="{FF2B5EF4-FFF2-40B4-BE49-F238E27FC236}">
                <a16:creationId xmlns:a16="http://schemas.microsoft.com/office/drawing/2014/main" id="{527B383E-F153-41F6-9BB7-8BF13D87FF77}"/>
              </a:ext>
            </a:extLst>
          </p:cNvPr>
          <p:cNvSpPr>
            <a:spLocks noGrp="1"/>
          </p:cNvSpPr>
          <p:nvPr>
            <p:ph type="dt" sz="half" idx="13"/>
          </p:nvPr>
        </p:nvSpPr>
        <p:spPr/>
        <p:txBody>
          <a:bodyPr/>
          <a:lstStyle/>
          <a:p>
            <a:fld id="{F73DB424-83DB-4580-B4BC-ECF78007F5C4}"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53E8B5D-495D-4C8C-A85B-98B9EB6E8DD3}"/>
              </a:ext>
            </a:extLst>
          </p:cNvPr>
          <p:cNvSpPr>
            <a:spLocks noGrp="1"/>
          </p:cNvSpPr>
          <p:nvPr>
            <p:ph type="ftr" sz="quarter" idx="14"/>
          </p:nvPr>
        </p:nvSpPr>
        <p:spPr/>
        <p:txBody>
          <a:bodyPr/>
          <a:lstStyle/>
          <a:p>
            <a:r>
              <a:rPr lang="en-US" altLang="zh-CN"/>
              <a:t>yishengjun@gmail.com</a:t>
            </a:r>
            <a:endParaRPr lang="zh-CN" altLang="en-US"/>
          </a:p>
        </p:txBody>
      </p:sp>
      <p:sp>
        <p:nvSpPr>
          <p:cNvPr id="6" name="灯片编号占位符 5">
            <a:extLst>
              <a:ext uri="{FF2B5EF4-FFF2-40B4-BE49-F238E27FC236}">
                <a16:creationId xmlns:a16="http://schemas.microsoft.com/office/drawing/2014/main" id="{ABA6E65A-C210-4015-A081-8DBBF4E40BE1}"/>
              </a:ext>
            </a:extLst>
          </p:cNvPr>
          <p:cNvSpPr>
            <a:spLocks noGrp="1"/>
          </p:cNvSpPr>
          <p:nvPr>
            <p:ph type="sldNum" sz="quarter" idx="15"/>
          </p:nvPr>
        </p:nvSpPr>
        <p:spPr/>
        <p:txBody>
          <a:bodyPr/>
          <a:lstStyle/>
          <a:p>
            <a:fld id="{6D22F896-40B5-4ADD-8801-0D06FADFA095}" type="slidenum">
              <a:rPr lang="en-US" altLang="zh-CN" smtClean="0"/>
              <a:pPr/>
              <a:t>‹#›</a:t>
            </a:fld>
            <a:endParaRPr lang="zh-CN" altLang="en-US"/>
          </a:p>
        </p:txBody>
      </p:sp>
    </p:spTree>
    <p:extLst>
      <p:ext uri="{BB962C8B-B14F-4D97-AF65-F5344CB8AC3E}">
        <p14:creationId xmlns:p14="http://schemas.microsoft.com/office/powerpoint/2010/main" val="927507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439111" y="798973"/>
            <a:ext cx="1615742" cy="4659889"/>
          </a:xfrm>
        </p:spPr>
        <p:txBody>
          <a:bodyPr vert="eaVert" rtlCol="0"/>
          <a:lstStyle>
            <a:lvl1pPr algn="l">
              <a:defRPr/>
            </a:lvl1pPr>
          </a:lstStyle>
          <a:p>
            <a:pPr rtl="0"/>
            <a:r>
              <a:rPr lang="zh-CN" altLang="en-US" noProof="0"/>
              <a:t>单击此处编辑母版标题样式</a:t>
            </a:r>
          </a:p>
        </p:txBody>
      </p:sp>
      <p:sp>
        <p:nvSpPr>
          <p:cNvPr id="3" name="垂直文本占位符 2"/>
          <p:cNvSpPr>
            <a:spLocks noGrp="1"/>
          </p:cNvSpPr>
          <p:nvPr>
            <p:ph type="body" orient="vert" idx="1" hasCustomPrompt="1"/>
          </p:nvPr>
        </p:nvSpPr>
        <p:spPr>
          <a:xfrm>
            <a:off x="1444672" y="798973"/>
            <a:ext cx="7828830" cy="4659889"/>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5" name="直接连接符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E36369EE-A240-4E3B-ABA3-AF03B560AF88}"/>
              </a:ext>
            </a:extLst>
          </p:cNvPr>
          <p:cNvSpPr>
            <a:spLocks noGrp="1"/>
          </p:cNvSpPr>
          <p:nvPr>
            <p:ph type="dt" sz="half" idx="13"/>
          </p:nvPr>
        </p:nvSpPr>
        <p:spPr/>
        <p:txBody>
          <a:bodyPr/>
          <a:lstStyle/>
          <a:p>
            <a:fld id="{6BB7B0ED-0D27-4DA1-91A7-842075061C10}"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1F5EE968-A2B0-4A55-A061-711684C134A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70607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长方形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图片 6"/>
          <p:cNvPicPr>
            <a:picLocks noChangeAspect="1"/>
          </p:cNvPicPr>
          <p:nvPr userDrawn="1"/>
        </p:nvPicPr>
        <p:blipFill rotWithShape="1">
          <a:blip r:embed="rId14">
            <a:extLs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标题占位符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pPr rtl="0"/>
            <a:r>
              <a:rPr lang="zh-CN" altLang="en-US" noProof="0"/>
              <a:t>单击此处编辑母版标题样式</a:t>
            </a:r>
          </a:p>
        </p:txBody>
      </p:sp>
      <p:sp>
        <p:nvSpPr>
          <p:cNvPr id="3" name="文本占位符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幻灯片编号占位符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latin typeface="Microsoft YaHei UI" panose="020B0503020204020204" pitchFamily="34" charset="-122"/>
                <a:ea typeface="Microsoft YaHei UI" panose="020B0503020204020204" pitchFamily="34" charset="-122"/>
              </a:defRPr>
            </a:lvl1pPr>
          </a:lstStyle>
          <a:p>
            <a:fld id="{6D22F896-40B5-4ADD-8801-0D06FADFA095}" type="slidenum">
              <a:rPr lang="en-US" altLang="zh-CN" smtClean="0"/>
              <a:pPr/>
              <a:t>‹#›</a:t>
            </a:fld>
            <a:endParaRPr lang="zh-CN" altLang="en-US"/>
          </a:p>
        </p:txBody>
      </p:sp>
      <p:cxnSp>
        <p:nvCxnSpPr>
          <p:cNvPr id="10" name="直接连接符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页脚占位符 3">
            <a:extLst>
              <a:ext uri="{FF2B5EF4-FFF2-40B4-BE49-F238E27FC236}">
                <a16:creationId xmlns:a16="http://schemas.microsoft.com/office/drawing/2014/main" id="{7FD0EB57-111A-4B2A-A413-5C6D205883E8}"/>
              </a:ext>
            </a:extLst>
          </p:cNvPr>
          <p:cNvSpPr>
            <a:spLocks noGrp="1"/>
          </p:cNvSpPr>
          <p:nvPr>
            <p:ph type="ftr" sz="quarter" idx="3"/>
          </p:nvPr>
        </p:nvSpPr>
        <p:spPr>
          <a:xfrm>
            <a:off x="284284" y="6313361"/>
            <a:ext cx="7778262" cy="365125"/>
          </a:xfrm>
          <a:prstGeom prst="rect">
            <a:avLst/>
          </a:prstGeom>
        </p:spPr>
        <p:txBody>
          <a:bodyPr vert="horz" lIns="91440" tIns="45720" rIns="91440" bIns="45720" rtlCol="0" anchor="ctr"/>
          <a:lstStyle>
            <a:lvl1pPr algn="l">
              <a:defRPr sz="1600">
                <a:solidFill>
                  <a:srgbClr val="92D050"/>
                </a:solidFill>
                <a:highlight>
                  <a:srgbClr val="000000"/>
                </a:highlight>
                <a:latin typeface="Consolas" panose="020B0609020204030204" pitchFamily="49" charset="0"/>
              </a:defRPr>
            </a:lvl1pPr>
          </a:lstStyle>
          <a:p>
            <a:r>
              <a:rPr lang="en-US" altLang="zh-CN"/>
              <a:t>yishengjun@gmail.com</a:t>
            </a:r>
            <a:endParaRPr lang="zh-CN" altLang="en-US"/>
          </a:p>
        </p:txBody>
      </p:sp>
      <p:sp>
        <p:nvSpPr>
          <p:cNvPr id="9" name="日期占位符 8">
            <a:extLst>
              <a:ext uri="{FF2B5EF4-FFF2-40B4-BE49-F238E27FC236}">
                <a16:creationId xmlns:a16="http://schemas.microsoft.com/office/drawing/2014/main" id="{EAA4E52F-9709-40FD-A895-2FE1C00D8C69}"/>
              </a:ext>
            </a:extLst>
          </p:cNvPr>
          <p:cNvSpPr>
            <a:spLocks noGrp="1"/>
          </p:cNvSpPr>
          <p:nvPr>
            <p:ph type="dt" sz="half" idx="2"/>
          </p:nvPr>
        </p:nvSpPr>
        <p:spPr>
          <a:xfrm>
            <a:off x="8346830" y="6313362"/>
            <a:ext cx="3560886" cy="365125"/>
          </a:xfrm>
          <a:prstGeom prst="rect">
            <a:avLst/>
          </a:prstGeom>
        </p:spPr>
        <p:txBody>
          <a:bodyPr vert="horz" lIns="91440" tIns="45720" rIns="91440" bIns="45720" rtlCol="0" anchor="ctr"/>
          <a:lstStyle>
            <a:lvl1pPr algn="r">
              <a:defRPr sz="1600">
                <a:solidFill>
                  <a:srgbClr val="92D050"/>
                </a:solidFill>
                <a:highlight>
                  <a:srgbClr val="000000"/>
                </a:highlight>
                <a:latin typeface="Consolas" panose="020B0609020204030204" pitchFamily="49" charset="0"/>
              </a:defRPr>
            </a:lvl1pPr>
          </a:lstStyle>
          <a:p>
            <a:fld id="{D5550057-DA13-45DC-A192-B4608A395894}" type="datetime3">
              <a:rPr lang="zh-CN" altLang="en-US" smtClean="0"/>
              <a:t>2021年5月30日星期日</a:t>
            </a:fld>
            <a:endParaRPr lang="zh-CN" altLang="en-US"/>
          </a:p>
        </p:txBody>
      </p:sp>
    </p:spTree>
    <p:extLst>
      <p:ext uri="{BB962C8B-B14F-4D97-AF65-F5344CB8AC3E}">
        <p14:creationId xmlns:p14="http://schemas.microsoft.com/office/powerpoint/2010/main" val="39420353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20" r:id="rId11"/>
    <p:sldLayoutId id="2147483719" r:id="rId12"/>
  </p:sldLayoutIdLst>
  <p:hf sldNum="0" hdr="0"/>
  <p:txStyles>
    <p:titleStyle>
      <a:lvl1pPr algn="l" defTabSz="914400" rtl="0" eaLnBrk="1" latinLnBrk="0" hangingPunct="1">
        <a:lnSpc>
          <a:spcPct val="90000"/>
        </a:lnSpc>
        <a:spcBef>
          <a:spcPct val="0"/>
        </a:spcBef>
        <a:buNone/>
        <a:defRPr sz="3200" b="0" i="0" kern="1200" cap="all">
          <a:solidFill>
            <a:schemeClr val="tx1"/>
          </a:solidFill>
          <a:effectLst/>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 name="图片 4" descr="墙壁上的空画框的图像">
            <a:extLst>
              <a:ext uri="{FF2B5EF4-FFF2-40B4-BE49-F238E27FC236}">
                <a16:creationId xmlns:a16="http://schemas.microsoft.com/office/drawing/2014/main" id="{74B1416E-E144-4B0E-9CB1-2137FB57B75D}"/>
              </a:ext>
            </a:extLst>
          </p:cNvPr>
          <p:cNvPicPr>
            <a:picLocks noChangeAspect="1"/>
          </p:cNvPicPr>
          <p:nvPr/>
        </p:nvPicPr>
        <p:blipFill rotWithShape="1">
          <a:blip r:embed="rId3"/>
          <a:srcRect l="787" t="9815" r="8304" b="13286"/>
          <a:stretch/>
        </p:blipFill>
        <p:spPr>
          <a:xfrm>
            <a:off x="2" y="10"/>
            <a:ext cx="12191695" cy="6857990"/>
          </a:xfrm>
          <a:prstGeom prst="rect">
            <a:avLst/>
          </a:prstGeom>
        </p:spPr>
      </p:pic>
      <p:sp>
        <p:nvSpPr>
          <p:cNvPr id="34" name="矩形​ 33">
            <a:extLst>
              <a:ext uri="{FF2B5EF4-FFF2-40B4-BE49-F238E27FC236}">
                <a16:creationId xmlns:a16="http://schemas.microsoft.com/office/drawing/2014/main" id="{A4092ECB-D375-4A85-AD6E-85644D2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7" y="3064931"/>
            <a:ext cx="8293042"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08BDDBEB-2A0E-4470-BE29-A528A3A60875}"/>
              </a:ext>
            </a:extLst>
          </p:cNvPr>
          <p:cNvSpPr>
            <a:spLocks noGrp="1"/>
          </p:cNvSpPr>
          <p:nvPr>
            <p:ph type="ctrTitle"/>
          </p:nvPr>
        </p:nvSpPr>
        <p:spPr>
          <a:xfrm>
            <a:off x="1196351" y="3236470"/>
            <a:ext cx="6829044" cy="1252601"/>
          </a:xfrm>
        </p:spPr>
        <p:txBody>
          <a:bodyPr rtlCol="0">
            <a:normAutofit/>
          </a:bodyPr>
          <a:lstStyle/>
          <a:p>
            <a:pPr rtl="0"/>
            <a:r>
              <a:rPr lang="en-US" altLang="zh-CN" sz="4100" cap="none">
                <a:solidFill>
                  <a:srgbClr val="FFFFFE"/>
                </a:solidFill>
                <a:ea typeface="Microsoft YaHei UI" panose="020B0503020204020204" pitchFamily="34" charset="-122"/>
              </a:rPr>
              <a:t>MicroFlakeX</a:t>
            </a:r>
            <a:endParaRPr lang="zh-CN" altLang="en-US" sz="4100" cap="none" dirty="0">
              <a:solidFill>
                <a:srgbClr val="FFFFFE"/>
              </a:solidFill>
              <a:ea typeface="Microsoft YaHei UI" panose="020B0503020204020204" pitchFamily="34" charset="-122"/>
            </a:endParaRPr>
          </a:p>
        </p:txBody>
      </p:sp>
      <p:sp>
        <p:nvSpPr>
          <p:cNvPr id="3" name="副标题 2">
            <a:extLst>
              <a:ext uri="{FF2B5EF4-FFF2-40B4-BE49-F238E27FC236}">
                <a16:creationId xmlns:a16="http://schemas.microsoft.com/office/drawing/2014/main" id="{1D090625-51CE-4ECB-81A4-C4905F3FBFE9}"/>
              </a:ext>
            </a:extLst>
          </p:cNvPr>
          <p:cNvSpPr>
            <a:spLocks noGrp="1"/>
          </p:cNvSpPr>
          <p:nvPr>
            <p:ph type="subTitle" idx="1"/>
          </p:nvPr>
        </p:nvSpPr>
        <p:spPr>
          <a:xfrm>
            <a:off x="1196350" y="4784894"/>
            <a:ext cx="6829043" cy="716529"/>
          </a:xfrm>
        </p:spPr>
        <p:txBody>
          <a:bodyPr rtlCol="0">
            <a:normAutofit/>
          </a:bodyPr>
          <a:lstStyle/>
          <a:p>
            <a:pPr rtl="0"/>
            <a:r>
              <a:rPr lang="en-US" altLang="zh-CN" sz="1600" cap="none">
                <a:solidFill>
                  <a:schemeClr val="bg2"/>
                </a:solidFill>
                <a:ea typeface="Microsoft YaHei UI" panose="020B0503020204020204" pitchFamily="34" charset="-122"/>
              </a:rPr>
              <a:t>MfxBase</a:t>
            </a:r>
            <a:r>
              <a:rPr lang="zh-CN" altLang="en-US" sz="1600" cap="none">
                <a:solidFill>
                  <a:schemeClr val="bg2"/>
                </a:solidFill>
                <a:ea typeface="Microsoft YaHei UI" panose="020B0503020204020204" pitchFamily="34" charset="-122"/>
              </a:rPr>
              <a:t>简介</a:t>
            </a:r>
            <a:endParaRPr lang="en-US" altLang="zh-CN" sz="1600" cap="none">
              <a:solidFill>
                <a:schemeClr val="bg2"/>
              </a:solidFill>
              <a:ea typeface="Microsoft YaHei UI" panose="020B0503020204020204" pitchFamily="34" charset="-122"/>
            </a:endParaRPr>
          </a:p>
        </p:txBody>
      </p:sp>
      <p:cxnSp>
        <p:nvCxnSpPr>
          <p:cNvPr id="36" name="直接连接符​​ 35">
            <a:extLst>
              <a:ext uri="{FF2B5EF4-FFF2-40B4-BE49-F238E27FC236}">
                <a16:creationId xmlns:a16="http://schemas.microsoft.com/office/drawing/2014/main" id="{B6C1711D-6DAC-4FE1-B7B6-AC8A81B84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0525" y="4666480"/>
            <a:ext cx="68290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713E5B90-9042-4856-8903-B9D312A225BC}"/>
              </a:ext>
            </a:extLst>
          </p:cNvPr>
          <p:cNvSpPr>
            <a:spLocks noGrp="1"/>
          </p:cNvSpPr>
          <p:nvPr>
            <p:ph type="dt" sz="half" idx="10"/>
          </p:nvPr>
        </p:nvSpPr>
        <p:spPr/>
        <p:txBody>
          <a:bodyPr/>
          <a:lstStyle/>
          <a:p>
            <a:fld id="{4C1699CE-D840-4989-B3A9-A08C12E8F20F}"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2AAE20FA-665E-40EE-8D4E-05423A61C145}"/>
              </a:ext>
            </a:extLst>
          </p:cNvPr>
          <p:cNvSpPr>
            <a:spLocks noGrp="1"/>
          </p:cNvSpPr>
          <p:nvPr>
            <p:ph type="ftr" sz="quarter" idx="11"/>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00101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4" name="图片 73">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1562"/>
          <a:stretch/>
        </p:blipFill>
        <p:spPr bwMode="black">
          <a:xfrm>
            <a:off x="0" y="6126480"/>
            <a:ext cx="12192000" cy="742950"/>
          </a:xfrm>
          <a:prstGeom prst="rect">
            <a:avLst/>
          </a:prstGeom>
        </p:spPr>
      </p:pic>
      <p:cxnSp>
        <p:nvCxnSpPr>
          <p:cNvPr id="76" name="直接连接符 7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80" name="长方形 79">
            <a:extLst>
              <a:ext uri="{FF2B5EF4-FFF2-40B4-BE49-F238E27FC236}">
                <a16:creationId xmlns:a16="http://schemas.microsoft.com/office/drawing/2014/main" id="{5BB14454-D00C-4958-BB39-F5F9F3AC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cxnSp>
        <p:nvCxnSpPr>
          <p:cNvPr id="82" name="直接连接符 81">
            <a:extLst>
              <a:ext uri="{FF2B5EF4-FFF2-40B4-BE49-F238E27FC236}">
                <a16:creationId xmlns:a16="http://schemas.microsoft.com/office/drawing/2014/main" id="{28A657A7-C4E5-425B-98FA-BB817FF7BF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8029" y="1847088"/>
            <a:ext cx="3520368"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3" name="标题 1">
            <a:extLst>
              <a:ext uri="{FF2B5EF4-FFF2-40B4-BE49-F238E27FC236}">
                <a16:creationId xmlns:a16="http://schemas.microsoft.com/office/drawing/2014/main" id="{69F1744A-CA11-44DA-AE09-C24B436C1B4F}"/>
              </a:ext>
            </a:extLst>
          </p:cNvPr>
          <p:cNvSpPr>
            <a:spLocks noGrp="1"/>
          </p:cNvSpPr>
          <p:nvPr>
            <p:ph type="title"/>
          </p:nvPr>
        </p:nvSpPr>
        <p:spPr>
          <a:xfrm>
            <a:off x="7137820" y="1061192"/>
            <a:ext cx="3520367" cy="1049235"/>
          </a:xfrm>
        </p:spPr>
        <p:txBody>
          <a:bodyPr vert="horz" lIns="91440" tIns="45720" rIns="91440" bIns="45720" rtlCol="0" anchor="t">
            <a:normAutofit/>
          </a:bodyPr>
          <a:lstStyle/>
          <a:p>
            <a:pPr algn="ctr" rtl="0"/>
            <a:r>
              <a:rPr lang="en-US" altLang="zh-CN" cap="none">
                <a:ea typeface="Microsoft YaHei UI" panose="020B0503020204020204" pitchFamily="34" charset="-122"/>
              </a:rPr>
              <a:t>MfxBase</a:t>
            </a:r>
            <a:r>
              <a:rPr lang="zh-CN" altLang="en-US" cap="none"/>
              <a:t>的构成</a:t>
            </a:r>
            <a:endParaRPr lang="zh-CN" altLang="en-US" cap="none" dirty="0">
              <a:ea typeface="Microsoft YaHei UI" panose="020B0503020204020204" pitchFamily="34" charset="-122"/>
            </a:endParaRPr>
          </a:p>
        </p:txBody>
      </p:sp>
      <p:sp>
        <p:nvSpPr>
          <p:cNvPr id="84" name="矩形 83">
            <a:extLst>
              <a:ext uri="{FF2B5EF4-FFF2-40B4-BE49-F238E27FC236}">
                <a16:creationId xmlns:a16="http://schemas.microsoft.com/office/drawing/2014/main" id="{A1084370-0E70-4003-9787-3490FCC20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zh-CN" altLang="en-US" dirty="0">
              <a:latin typeface="Microsoft YaHei UI" panose="020B0503020204020204" pitchFamily="34" charset="-122"/>
              <a:ea typeface="Microsoft YaHei UI" panose="020B0503020204020204" pitchFamily="34" charset="-122"/>
            </a:endParaRPr>
          </a:p>
        </p:txBody>
      </p:sp>
      <p:grpSp>
        <p:nvGrpSpPr>
          <p:cNvPr id="86" name="组 85">
            <a:extLst>
              <a:ext uri="{FF2B5EF4-FFF2-40B4-BE49-F238E27FC236}">
                <a16:creationId xmlns:a16="http://schemas.microsoft.com/office/drawing/2014/main" id="{2B7C66D2-22E8-4E8F-829B-050BFA7C86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7463259" y="583365"/>
            <a:chExt cx="6104330" cy="5181928"/>
          </a:xfrm>
        </p:grpSpPr>
        <p:sp>
          <p:nvSpPr>
            <p:cNvPr id="87" name="矩形 86">
              <a:extLst>
                <a:ext uri="{FF2B5EF4-FFF2-40B4-BE49-F238E27FC236}">
                  <a16:creationId xmlns:a16="http://schemas.microsoft.com/office/drawing/2014/main" id="{F0B78D6F-1F61-4DBB-8F5A-934BB850D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sp>
          <p:nvSpPr>
            <p:cNvPr id="88" name="矩形 87">
              <a:extLst>
                <a:ext uri="{FF2B5EF4-FFF2-40B4-BE49-F238E27FC236}">
                  <a16:creationId xmlns:a16="http://schemas.microsoft.com/office/drawing/2014/main" id="{23EA261D-1F8C-4BE5-8586-3C1CC5CE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grpSp>
      <p:pic>
        <p:nvPicPr>
          <p:cNvPr id="6" name="图片占位符 5">
            <a:extLst>
              <a:ext uri="{FF2B5EF4-FFF2-40B4-BE49-F238E27FC236}">
                <a16:creationId xmlns:a16="http://schemas.microsoft.com/office/drawing/2014/main" id="{65EB9C0E-82E1-4B5B-A48D-C50A96A0164A}"/>
              </a:ext>
            </a:extLst>
          </p:cNvPr>
          <p:cNvPicPr>
            <a:picLocks noGrp="1" noChangeAspect="1"/>
          </p:cNvPicPr>
          <p:nvPr>
            <p:ph type="pic" idx="1"/>
          </p:nvPr>
        </p:nvPicPr>
        <p:blipFill>
          <a:blip r:embed="rId4"/>
          <a:srcRect l="3401" r="3401"/>
          <a:stretch/>
        </p:blipFill>
        <p:spPr>
          <a:xfrm>
            <a:off x="1271223" y="1116345"/>
            <a:ext cx="4825148" cy="3866172"/>
          </a:xfrm>
          <a:prstGeom prst="rect">
            <a:avLst/>
          </a:prstGeom>
        </p:spPr>
      </p:pic>
      <p:pic>
        <p:nvPicPr>
          <p:cNvPr id="90" name="图片 89">
            <a:extLst>
              <a:ext uri="{FF2B5EF4-FFF2-40B4-BE49-F238E27FC236}">
                <a16:creationId xmlns:a16="http://schemas.microsoft.com/office/drawing/2014/main" id="{3635D2BC-4EDA-4A3E-83BF-035608099B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1562"/>
          <a:stretch/>
        </p:blipFill>
        <p:spPr bwMode="black">
          <a:xfrm>
            <a:off x="0" y="6126480"/>
            <a:ext cx="12192000" cy="742950"/>
          </a:xfrm>
          <a:prstGeom prst="rect">
            <a:avLst/>
          </a:prstGeom>
        </p:spPr>
      </p:pic>
      <p:cxnSp>
        <p:nvCxnSpPr>
          <p:cNvPr id="92" name="直接连接符 91">
            <a:extLst>
              <a:ext uri="{FF2B5EF4-FFF2-40B4-BE49-F238E27FC236}">
                <a16:creationId xmlns:a16="http://schemas.microsoft.com/office/drawing/2014/main" id="{A3C86EB9-7FA9-42F7-B348-A7FD17436A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18" name="内容占位符 2" descr="SmartArt 图形">
            <a:extLst>
              <a:ext uri="{FF2B5EF4-FFF2-40B4-BE49-F238E27FC236}">
                <a16:creationId xmlns:a16="http://schemas.microsoft.com/office/drawing/2014/main" id="{FB509DA5-15CF-4F50-8076-F311C53562F4}"/>
              </a:ext>
            </a:extLst>
          </p:cNvPr>
          <p:cNvGraphicFramePr>
            <a:graphicFrameLocks/>
          </p:cNvGraphicFramePr>
          <p:nvPr>
            <p:extLst>
              <p:ext uri="{D42A27DB-BD31-4B8C-83A1-F6EECF244321}">
                <p14:modId xmlns:p14="http://schemas.microsoft.com/office/powerpoint/2010/main" val="3059241766"/>
              </p:ext>
            </p:extLst>
          </p:nvPr>
        </p:nvGraphicFramePr>
        <p:xfrm>
          <a:off x="6443652" y="2195590"/>
          <a:ext cx="5252310" cy="48005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日期占位符 1">
            <a:extLst>
              <a:ext uri="{FF2B5EF4-FFF2-40B4-BE49-F238E27FC236}">
                <a16:creationId xmlns:a16="http://schemas.microsoft.com/office/drawing/2014/main" id="{31C4EAA4-B39C-460F-B008-8FE2731B369B}"/>
              </a:ext>
            </a:extLst>
          </p:cNvPr>
          <p:cNvSpPr>
            <a:spLocks noGrp="1"/>
          </p:cNvSpPr>
          <p:nvPr>
            <p:ph type="dt" sz="half" idx="13"/>
          </p:nvPr>
        </p:nvSpPr>
        <p:spPr/>
        <p:txBody>
          <a:bodyPr/>
          <a:lstStyle/>
          <a:p>
            <a:fld id="{9751A2FC-9F27-4835-81CD-774557C382CA}" type="datetime3">
              <a:rPr lang="zh-CN" altLang="en-US" smtClean="0"/>
              <a:t>2021年5月30日星期日</a:t>
            </a:fld>
            <a:endParaRPr lang="zh-CN" altLang="en-US"/>
          </a:p>
        </p:txBody>
      </p:sp>
      <p:sp>
        <p:nvSpPr>
          <p:cNvPr id="3" name="页脚占位符 2">
            <a:extLst>
              <a:ext uri="{FF2B5EF4-FFF2-40B4-BE49-F238E27FC236}">
                <a16:creationId xmlns:a16="http://schemas.microsoft.com/office/drawing/2014/main" id="{F3EB56B4-B22A-4CBE-BFB7-E7983F72E336}"/>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82549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205BB-B4F2-47E0-9E0D-182D55706185}"/>
              </a:ext>
            </a:extLst>
          </p:cNvPr>
          <p:cNvSpPr>
            <a:spLocks noGrp="1"/>
          </p:cNvSpPr>
          <p:nvPr>
            <p:ph type="title"/>
          </p:nvPr>
        </p:nvSpPr>
        <p:spPr/>
        <p:txBody>
          <a:bodyPr/>
          <a:lstStyle/>
          <a:p>
            <a:r>
              <a:rPr lang="en-US" altLang="zh-CN"/>
              <a:t>MFX</a:t>
            </a:r>
            <a:r>
              <a:rPr lang="zh-CN" altLang="en-US" cap="none"/>
              <a:t>反射框架</a:t>
            </a:r>
          </a:p>
        </p:txBody>
      </p:sp>
      <p:sp>
        <p:nvSpPr>
          <p:cNvPr id="4" name="文本占位符 3">
            <a:extLst>
              <a:ext uri="{FF2B5EF4-FFF2-40B4-BE49-F238E27FC236}">
                <a16:creationId xmlns:a16="http://schemas.microsoft.com/office/drawing/2014/main" id="{744A9DB2-B2CE-441B-B5CF-7F18C07CB02B}"/>
              </a:ext>
            </a:extLst>
          </p:cNvPr>
          <p:cNvSpPr>
            <a:spLocks noGrp="1"/>
          </p:cNvSpPr>
          <p:nvPr>
            <p:ph type="body" orient="vert" idx="1"/>
          </p:nvPr>
        </p:nvSpPr>
        <p:spPr/>
        <p:txBody>
          <a:bodyPr/>
          <a:lstStyle/>
          <a:p>
            <a:r>
              <a:rPr lang="en-US" altLang="zh-CN"/>
              <a:t>MFX</a:t>
            </a:r>
            <a:r>
              <a:rPr lang="zh-CN" altLang="en-US"/>
              <a:t>提供了一套简单的反射机制。</a:t>
            </a:r>
            <a:endParaRPr lang="en-US" altLang="zh-CN"/>
          </a:p>
          <a:p>
            <a:r>
              <a:rPr lang="zh-CN" altLang="en-US"/>
              <a:t>这套机制允许用户使用字符串来创建对应的对象以及使用字符串调用对象的方法。</a:t>
            </a:r>
          </a:p>
        </p:txBody>
      </p:sp>
      <p:sp>
        <p:nvSpPr>
          <p:cNvPr id="7" name="竖排文字占位符 6">
            <a:extLst>
              <a:ext uri="{FF2B5EF4-FFF2-40B4-BE49-F238E27FC236}">
                <a16:creationId xmlns:a16="http://schemas.microsoft.com/office/drawing/2014/main" id="{4F9E0DB6-76A6-4BA3-B763-D44F77D3FB86}"/>
              </a:ext>
            </a:extLst>
          </p:cNvPr>
          <p:cNvSpPr>
            <a:spLocks noGrp="1"/>
          </p:cNvSpPr>
          <p:nvPr>
            <p:ph type="body" orient="vert" idx="12"/>
          </p:nvPr>
        </p:nvSpPr>
        <p:spPr/>
        <p:txBody>
          <a:bodyPr>
            <a:normAutofit/>
          </a:bodyPr>
          <a:lstStyle/>
          <a:p>
            <a:r>
              <a:rPr lang="zh-CN" altLang="en-US"/>
              <a:t>使用</a:t>
            </a:r>
            <a:r>
              <a:rPr lang="en-US" altLang="zh-CN"/>
              <a:t>MFX</a:t>
            </a:r>
            <a:r>
              <a:rPr lang="zh-CN" altLang="en-US"/>
              <a:t>反射框架需要子类公有继承</a:t>
            </a:r>
            <a:r>
              <a:rPr lang="en-US" altLang="zh-CN"/>
              <a:t>MfxBase</a:t>
            </a:r>
            <a:r>
              <a:rPr lang="zh-CN" altLang="en-US"/>
              <a:t>基类、声明</a:t>
            </a:r>
            <a:r>
              <a:rPr lang="en-US" altLang="zh-CN"/>
              <a:t>MfxObject</a:t>
            </a:r>
            <a:r>
              <a:rPr lang="zh-CN" altLang="en-US"/>
              <a:t>宏然后实现</a:t>
            </a:r>
            <a:r>
              <a:rPr lang="en-US" altLang="zh-CN"/>
              <a:t>MfxObject_Init(OBJ)</a:t>
            </a:r>
            <a:r>
              <a:rPr lang="zh-CN" altLang="en-US"/>
              <a:t>和</a:t>
            </a:r>
            <a:r>
              <a:rPr lang="en-US" altLang="zh-CN"/>
              <a:t>MfxObject_EndInit(OBJ,FATHER)</a:t>
            </a:r>
            <a:r>
              <a:rPr lang="zh-CN" altLang="en-US"/>
              <a:t>宏。</a:t>
            </a:r>
            <a:endParaRPr lang="en-US" altLang="zh-CN"/>
          </a:p>
          <a:p>
            <a:r>
              <a:rPr lang="zh-CN" altLang="en-US"/>
              <a:t>这些宏函数会为您的类，自动生成</a:t>
            </a:r>
            <a:r>
              <a:rPr lang="en-US" altLang="zh-CN"/>
              <a:t>AutoFunc(MfxString…)</a:t>
            </a:r>
            <a:r>
              <a:rPr lang="zh-CN" altLang="en-US"/>
              <a:t>方法以及在</a:t>
            </a:r>
            <a:r>
              <a:rPr lang="en-US" altLang="zh-CN"/>
              <a:t>MfxFactory</a:t>
            </a:r>
            <a:r>
              <a:rPr lang="zh-CN" altLang="en-US"/>
              <a:t>中注册您的类。</a:t>
            </a:r>
            <a:endParaRPr lang="en-US" altLang="zh-CN"/>
          </a:p>
          <a:p>
            <a:r>
              <a:rPr lang="zh-CN" altLang="en-US"/>
              <a:t>请注意以下几点比较重要的说明</a:t>
            </a:r>
            <a:endParaRPr lang="en-US" altLang="zh-CN"/>
          </a:p>
          <a:p>
            <a:pPr marL="1371600" lvl="2" indent="-457200">
              <a:buFont typeface="Wingdings" panose="05000000000000000000" pitchFamily="2" charset="2"/>
              <a:buChar char="Ø"/>
            </a:pPr>
            <a:r>
              <a:rPr lang="en-US" altLang="zh-CN"/>
              <a:t>MfxFactory</a:t>
            </a:r>
            <a:r>
              <a:rPr lang="zh-CN" altLang="en-US"/>
              <a:t>工厂中注册的类，在构造的时候，使用的是无参</a:t>
            </a:r>
            <a:r>
              <a:rPr lang="en-US" altLang="zh-CN"/>
              <a:t>new</a:t>
            </a:r>
            <a:r>
              <a:rPr lang="zh-CN" altLang="en-US"/>
              <a:t>，所以请确保您的类至少有一个无参构造函数。</a:t>
            </a:r>
            <a:endParaRPr lang="en-US" altLang="zh-CN"/>
          </a:p>
          <a:p>
            <a:pPr marL="1371600" lvl="2" indent="-457200">
              <a:buFont typeface="Wingdings" panose="05000000000000000000" pitchFamily="2" charset="2"/>
              <a:buChar char="Ø"/>
            </a:pPr>
            <a:r>
              <a:rPr lang="en-US" altLang="zh-CN"/>
              <a:t>AutoFunc</a:t>
            </a:r>
            <a:r>
              <a:rPr lang="zh-CN" altLang="en-US"/>
              <a:t>并不支持引用传参，如果您想改变传入对象的状态，请使用它的指针代替引用传参。</a:t>
            </a:r>
            <a:endParaRPr lang="en-US" altLang="zh-CN"/>
          </a:p>
          <a:p>
            <a:pPr marL="1371600" lvl="2" indent="-457200">
              <a:buFont typeface="Wingdings" panose="05000000000000000000" pitchFamily="2" charset="2"/>
              <a:buChar char="Ø"/>
            </a:pPr>
            <a:r>
              <a:rPr lang="en-US" altLang="zh-CN"/>
              <a:t>AutoFunc</a:t>
            </a:r>
            <a:r>
              <a:rPr lang="zh-CN" altLang="en-US"/>
              <a:t>并不支持函数重载和默认参数。</a:t>
            </a:r>
          </a:p>
          <a:p>
            <a:endParaRPr lang="en-US" altLang="zh-CN"/>
          </a:p>
          <a:p>
            <a:endParaRPr lang="zh-CN" altLang="en-US"/>
          </a:p>
        </p:txBody>
      </p:sp>
      <p:sp>
        <p:nvSpPr>
          <p:cNvPr id="3" name="日期占位符 2">
            <a:extLst>
              <a:ext uri="{FF2B5EF4-FFF2-40B4-BE49-F238E27FC236}">
                <a16:creationId xmlns:a16="http://schemas.microsoft.com/office/drawing/2014/main" id="{76E75843-BD45-4FC6-836B-2AED84889EC9}"/>
              </a:ext>
            </a:extLst>
          </p:cNvPr>
          <p:cNvSpPr>
            <a:spLocks noGrp="1"/>
          </p:cNvSpPr>
          <p:nvPr>
            <p:ph type="dt" sz="half" idx="13"/>
          </p:nvPr>
        </p:nvSpPr>
        <p:spPr/>
        <p:txBody>
          <a:bodyPr/>
          <a:lstStyle/>
          <a:p>
            <a:fld id="{0C91CA04-7F6D-49F1-B8AB-679AE9B631E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6551E64-83DA-478D-B9E1-F0B7A045F0FF}"/>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486284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23AD4-207D-4007-8FE2-23EACAA07F98}"/>
              </a:ext>
            </a:extLst>
          </p:cNvPr>
          <p:cNvSpPr>
            <a:spLocks noGrp="1"/>
          </p:cNvSpPr>
          <p:nvPr>
            <p:ph type="title"/>
          </p:nvPr>
        </p:nvSpPr>
        <p:spPr/>
        <p:txBody>
          <a:bodyPr/>
          <a:lstStyle/>
          <a:p>
            <a:r>
              <a:rPr lang="en-US" altLang="zh-CN"/>
              <a:t>Mfx</a:t>
            </a:r>
            <a:r>
              <a:rPr lang="zh-CN" altLang="en-US"/>
              <a:t>线程管理</a:t>
            </a:r>
            <a:r>
              <a:rPr lang="en-US" altLang="zh-CN"/>
              <a:t>_0</a:t>
            </a:r>
            <a:endParaRPr lang="zh-CN" altLang="en-US"/>
          </a:p>
        </p:txBody>
      </p:sp>
      <p:sp>
        <p:nvSpPr>
          <p:cNvPr id="3" name="竖排文字占位符 2">
            <a:extLst>
              <a:ext uri="{FF2B5EF4-FFF2-40B4-BE49-F238E27FC236}">
                <a16:creationId xmlns:a16="http://schemas.microsoft.com/office/drawing/2014/main" id="{9F43E571-6374-4F41-B287-7322832BC67A}"/>
              </a:ext>
            </a:extLst>
          </p:cNvPr>
          <p:cNvSpPr>
            <a:spLocks noGrp="1"/>
          </p:cNvSpPr>
          <p:nvPr>
            <p:ph type="body" orient="vert" idx="1"/>
          </p:nvPr>
        </p:nvSpPr>
        <p:spPr/>
        <p:txBody>
          <a:bodyPr>
            <a:normAutofit lnSpcReduction="10000"/>
          </a:bodyPr>
          <a:lstStyle/>
          <a:p>
            <a:r>
              <a:rPr lang="en-US" altLang="zh-CN"/>
              <a:t>MFX</a:t>
            </a:r>
            <a:r>
              <a:rPr lang="zh-CN" altLang="en-US"/>
              <a:t>提供了一套简单的线程池管理。</a:t>
            </a:r>
            <a:endParaRPr lang="en-US" altLang="zh-CN"/>
          </a:p>
          <a:p>
            <a:r>
              <a:rPr lang="zh-CN" altLang="en-US"/>
              <a:t>线程管理包含了一个异步线程、异步线程定时器、异步传参机制、线程锁。</a:t>
            </a:r>
            <a:endParaRPr lang="en-US" altLang="zh-CN"/>
          </a:p>
          <a:p>
            <a:r>
              <a:rPr lang="zh-CN" altLang="en-US"/>
              <a:t>其中，反射线程需要</a:t>
            </a:r>
            <a:r>
              <a:rPr lang="en-US" altLang="zh-CN">
                <a:hlinkClick r:id="rId2" action="ppaction://hlinksldjump"/>
              </a:rPr>
              <a:t>MFX</a:t>
            </a:r>
            <a:r>
              <a:rPr lang="zh-CN" altLang="en-US" cap="none">
                <a:hlinkClick r:id="rId2" action="ppaction://hlinksldjump"/>
              </a:rPr>
              <a:t>反射框架</a:t>
            </a:r>
            <a:r>
              <a:rPr lang="zh-CN" altLang="en-US" cap="none"/>
              <a:t>的支持。</a:t>
            </a:r>
            <a:endParaRPr lang="zh-CN" altLang="en-US"/>
          </a:p>
        </p:txBody>
      </p:sp>
      <p:sp>
        <p:nvSpPr>
          <p:cNvPr id="4" name="竖排文字占位符 3">
            <a:extLst>
              <a:ext uri="{FF2B5EF4-FFF2-40B4-BE49-F238E27FC236}">
                <a16:creationId xmlns:a16="http://schemas.microsoft.com/office/drawing/2014/main" id="{2C8E1D27-FEB3-46F7-9604-B486503A97E3}"/>
              </a:ext>
            </a:extLst>
          </p:cNvPr>
          <p:cNvSpPr>
            <a:spLocks noGrp="1"/>
          </p:cNvSpPr>
          <p:nvPr>
            <p:ph type="body" orient="vert" idx="12"/>
          </p:nvPr>
        </p:nvSpPr>
        <p:spPr/>
        <p:txBody>
          <a:bodyPr>
            <a:normAutofit fontScale="92500" lnSpcReduction="20000"/>
          </a:bodyPr>
          <a:lstStyle/>
          <a:p>
            <a:r>
              <a:rPr lang="en-US" altLang="zh-CN"/>
              <a:t>MFX</a:t>
            </a:r>
            <a:r>
              <a:rPr lang="zh-CN" altLang="en-US"/>
              <a:t>的线程池都是异步的，所以</a:t>
            </a:r>
            <a:r>
              <a:rPr lang="en-US" altLang="zh-CN"/>
              <a:t>MFX</a:t>
            </a:r>
            <a:r>
              <a:rPr lang="zh-CN" altLang="en-US"/>
              <a:t>为此提供了一个</a:t>
            </a:r>
            <a:r>
              <a:rPr lang="en-US" altLang="zh-CN"/>
              <a:t>MfxParam</a:t>
            </a:r>
            <a:r>
              <a:rPr lang="zh-CN" altLang="en-US"/>
              <a:t>类。</a:t>
            </a:r>
            <a:endParaRPr lang="en-US" altLang="zh-CN"/>
          </a:p>
          <a:p>
            <a:r>
              <a:rPr lang="en-US" altLang="zh-CN"/>
              <a:t>MfxParam</a:t>
            </a:r>
            <a:r>
              <a:rPr lang="zh-CN" altLang="en-US"/>
              <a:t>允许用户传入临时变量或者临时对象，这样就可以直接将其作为异步参数传入异步线程或者异步定时器中。</a:t>
            </a:r>
            <a:endParaRPr lang="en-US" altLang="zh-CN"/>
          </a:p>
          <a:p>
            <a:r>
              <a:rPr lang="en-US" altLang="zh-CN"/>
              <a:t>MFX</a:t>
            </a:r>
            <a:r>
              <a:rPr lang="zh-CN" altLang="en-US"/>
              <a:t>线程池的分为两类：反射线程和回调线程。</a:t>
            </a:r>
            <a:endParaRPr lang="en-US" altLang="zh-CN"/>
          </a:p>
          <a:p>
            <a:pPr marL="1257300" lvl="2" indent="-342900">
              <a:buFont typeface="Wingdings" panose="05000000000000000000" pitchFamily="2" charset="2"/>
              <a:buChar char="Ø"/>
            </a:pPr>
            <a:r>
              <a:rPr lang="zh-CN" altLang="en-US"/>
              <a:t>反射线程允许传入对象指针和接收方法字符串，通过反射调用对象的指定方法</a:t>
            </a:r>
            <a:endParaRPr lang="en-US" altLang="zh-CN"/>
          </a:p>
          <a:p>
            <a:pPr marL="1257300" lvl="2" indent="-342900">
              <a:buFont typeface="Wingdings" panose="05000000000000000000" pitchFamily="2" charset="2"/>
              <a:buChar char="Ø"/>
            </a:pPr>
            <a:r>
              <a:rPr lang="zh-CN" altLang="en-US"/>
              <a:t>回调线程允许传入符合规范的回调函数指针，通过指针调用指定的函数</a:t>
            </a:r>
            <a:endParaRPr lang="en-US" altLang="zh-CN"/>
          </a:p>
          <a:p>
            <a:r>
              <a:rPr lang="en-US" altLang="zh-CN"/>
              <a:t>MfxParam</a:t>
            </a:r>
            <a:r>
              <a:rPr lang="zh-CN" altLang="en-US"/>
              <a:t>传递机制和智能指针类似，在</a:t>
            </a:r>
            <a:r>
              <a:rPr lang="en-US" altLang="zh-CN"/>
              <a:t>MfxParam</a:t>
            </a:r>
            <a:r>
              <a:rPr lang="zh-CN" altLang="en-US"/>
              <a:t>拷贝的同时，并不会多次拷贝内部保存的参数</a:t>
            </a:r>
            <a:r>
              <a:rPr lang="en-US" altLang="zh-CN"/>
              <a:t>(</a:t>
            </a:r>
            <a:r>
              <a:rPr lang="zh-CN" altLang="en-US"/>
              <a:t>只拷贝一次</a:t>
            </a:r>
            <a:r>
              <a:rPr lang="en-US" altLang="zh-CN"/>
              <a:t>)</a:t>
            </a:r>
            <a:r>
              <a:rPr lang="zh-CN" altLang="en-US"/>
              <a:t>，而是传递参数们的指针和引用计数。在引用计数归零之前，内部保存的参数不会被销毁。</a:t>
            </a:r>
            <a:endParaRPr lang="en-US" altLang="zh-CN"/>
          </a:p>
          <a:p>
            <a:r>
              <a:rPr lang="zh-CN" altLang="en-US"/>
              <a:t>使用</a:t>
            </a:r>
            <a:r>
              <a:rPr lang="en-US" altLang="zh-CN"/>
              <a:t>MfxParam::push_back(T&amp;&amp;val)</a:t>
            </a:r>
            <a:r>
              <a:rPr lang="zh-CN" altLang="en-US"/>
              <a:t>在参数列表中添加参数</a:t>
            </a:r>
            <a:endParaRPr lang="en-US" altLang="zh-CN"/>
          </a:p>
          <a:p>
            <a:r>
              <a:rPr lang="zh-CN" altLang="en-US"/>
              <a:t>使用</a:t>
            </a:r>
            <a:r>
              <a:rPr lang="en-US" altLang="zh-CN"/>
              <a:t>MfxParam::GetParamSize()</a:t>
            </a:r>
            <a:r>
              <a:rPr lang="zh-CN" altLang="en-US"/>
              <a:t>获取参数列表长度</a:t>
            </a:r>
            <a:endParaRPr lang="en-US" altLang="zh-CN"/>
          </a:p>
          <a:p>
            <a:r>
              <a:rPr lang="zh-CN" altLang="en-US"/>
              <a:t>使用</a:t>
            </a:r>
            <a:r>
              <a:rPr lang="en-US" altLang="zh-CN"/>
              <a:t>GetParam(param, type, place)</a:t>
            </a:r>
            <a:r>
              <a:rPr lang="zh-CN" altLang="en-US"/>
              <a:t>宏获取</a:t>
            </a:r>
            <a:r>
              <a:rPr lang="en-US" altLang="zh-CN"/>
              <a:t>MfxParam</a:t>
            </a:r>
            <a:r>
              <a:rPr lang="zh-CN" altLang="en-US"/>
              <a:t>对应位置的对应类型参数的引用。</a:t>
            </a:r>
            <a:endParaRPr lang="en-US" altLang="zh-CN"/>
          </a:p>
        </p:txBody>
      </p:sp>
      <p:sp>
        <p:nvSpPr>
          <p:cNvPr id="5" name="日期占位符 4">
            <a:extLst>
              <a:ext uri="{FF2B5EF4-FFF2-40B4-BE49-F238E27FC236}">
                <a16:creationId xmlns:a16="http://schemas.microsoft.com/office/drawing/2014/main" id="{2B9250F4-3609-4765-B166-2A276D2B97BE}"/>
              </a:ext>
            </a:extLst>
          </p:cNvPr>
          <p:cNvSpPr>
            <a:spLocks noGrp="1"/>
          </p:cNvSpPr>
          <p:nvPr>
            <p:ph type="dt" sz="half" idx="13"/>
          </p:nvPr>
        </p:nvSpPr>
        <p:spPr/>
        <p:txBody>
          <a:bodyPr/>
          <a:lstStyle/>
          <a:p>
            <a:fld id="{8EF0D323-09BF-4589-8DDD-3E771F55E319}"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77FE289D-1A0A-40D0-8AE5-37163A6326B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56021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23AD4-207D-4007-8FE2-23EACAA07F98}"/>
              </a:ext>
            </a:extLst>
          </p:cNvPr>
          <p:cNvSpPr>
            <a:spLocks noGrp="1"/>
          </p:cNvSpPr>
          <p:nvPr>
            <p:ph type="title"/>
          </p:nvPr>
        </p:nvSpPr>
        <p:spPr/>
        <p:txBody>
          <a:bodyPr/>
          <a:lstStyle/>
          <a:p>
            <a:r>
              <a:rPr lang="en-US" altLang="zh-CN"/>
              <a:t>Mfx</a:t>
            </a:r>
            <a:r>
              <a:rPr lang="zh-CN" altLang="en-US"/>
              <a:t>线程管理</a:t>
            </a:r>
            <a:r>
              <a:rPr lang="en-US" altLang="zh-CN"/>
              <a:t>_1</a:t>
            </a:r>
            <a:endParaRPr lang="zh-CN" altLang="en-US"/>
          </a:p>
        </p:txBody>
      </p:sp>
      <p:sp>
        <p:nvSpPr>
          <p:cNvPr id="3" name="竖排文字占位符 2">
            <a:extLst>
              <a:ext uri="{FF2B5EF4-FFF2-40B4-BE49-F238E27FC236}">
                <a16:creationId xmlns:a16="http://schemas.microsoft.com/office/drawing/2014/main" id="{9F43E571-6374-4F41-B287-7322832BC67A}"/>
              </a:ext>
            </a:extLst>
          </p:cNvPr>
          <p:cNvSpPr>
            <a:spLocks noGrp="1"/>
          </p:cNvSpPr>
          <p:nvPr>
            <p:ph type="body" orient="vert" idx="1"/>
          </p:nvPr>
        </p:nvSpPr>
        <p:spPr/>
        <p:txBody>
          <a:bodyPr>
            <a:normAutofit lnSpcReduction="10000"/>
          </a:bodyPr>
          <a:lstStyle/>
          <a:p>
            <a:r>
              <a:rPr lang="en-US" altLang="zh-CN"/>
              <a:t>MFX</a:t>
            </a:r>
            <a:r>
              <a:rPr lang="zh-CN" altLang="en-US"/>
              <a:t>提供了一套简单的线程池管理。</a:t>
            </a:r>
            <a:endParaRPr lang="en-US" altLang="zh-CN"/>
          </a:p>
          <a:p>
            <a:r>
              <a:rPr lang="zh-CN" altLang="en-US"/>
              <a:t>线程管理包含了一个异步线程、异步线程定时器、异步传参机制、线程锁。</a:t>
            </a:r>
            <a:endParaRPr lang="en-US" altLang="zh-CN"/>
          </a:p>
          <a:p>
            <a:r>
              <a:rPr lang="zh-CN" altLang="en-US"/>
              <a:t>其中，反射线程需要</a:t>
            </a:r>
            <a:r>
              <a:rPr lang="en-US" altLang="zh-CN">
                <a:hlinkClick r:id="rId2" action="ppaction://hlinksldjump"/>
              </a:rPr>
              <a:t>MFX</a:t>
            </a:r>
            <a:r>
              <a:rPr lang="zh-CN" altLang="en-US" cap="none">
                <a:hlinkClick r:id="rId2" action="ppaction://hlinksldjump"/>
              </a:rPr>
              <a:t>反射框架</a:t>
            </a:r>
            <a:r>
              <a:rPr lang="zh-CN" altLang="en-US" cap="none"/>
              <a:t>的支持。</a:t>
            </a:r>
            <a:endParaRPr lang="zh-CN" altLang="en-US"/>
          </a:p>
        </p:txBody>
      </p:sp>
      <p:sp>
        <p:nvSpPr>
          <p:cNvPr id="4" name="竖排文字占位符 3">
            <a:extLst>
              <a:ext uri="{FF2B5EF4-FFF2-40B4-BE49-F238E27FC236}">
                <a16:creationId xmlns:a16="http://schemas.microsoft.com/office/drawing/2014/main" id="{2C8E1D27-FEB3-46F7-9604-B486503A97E3}"/>
              </a:ext>
            </a:extLst>
          </p:cNvPr>
          <p:cNvSpPr>
            <a:spLocks noGrp="1"/>
          </p:cNvSpPr>
          <p:nvPr>
            <p:ph type="body" orient="vert" idx="12"/>
          </p:nvPr>
        </p:nvSpPr>
        <p:spPr/>
        <p:txBody>
          <a:bodyPr>
            <a:normAutofit fontScale="92500" lnSpcReduction="20000"/>
          </a:bodyPr>
          <a:lstStyle/>
          <a:p>
            <a:r>
              <a:rPr lang="en-US" altLang="zh-CN"/>
              <a:t>MfxMemberLock</a:t>
            </a:r>
            <a:r>
              <a:rPr lang="zh-CN" altLang="en-US"/>
              <a:t>提供了一个线程锁，它支持对参数地址上锁，保证同一时间只有一个线程访问这个参数。</a:t>
            </a:r>
            <a:endParaRPr lang="en-US" altLang="zh-CN"/>
          </a:p>
          <a:p>
            <a:r>
              <a:rPr lang="en-US" altLang="zh-CN"/>
              <a:t>MfxMemberLock::WaitLock(void*)</a:t>
            </a:r>
            <a:r>
              <a:rPr lang="zh-CN" altLang="en-US"/>
              <a:t>传入一个参数地址，对这个地址生成一个唯一的键值对，然后上锁，如果上锁的时候该参数被其他线程占用，那么这个函数就会等待直到另一个线程释放这个参数。必须配合</a:t>
            </a:r>
            <a:r>
              <a:rPr lang="en-US" altLang="zh-CN"/>
              <a:t>::UnLock(void*)</a:t>
            </a:r>
            <a:r>
              <a:rPr lang="zh-CN" altLang="en-US"/>
              <a:t>使用！</a:t>
            </a:r>
            <a:endParaRPr lang="en-US" altLang="zh-CN"/>
          </a:p>
          <a:p>
            <a:r>
              <a:rPr lang="en-US" altLang="zh-CN"/>
              <a:t>MfxMemberLock::TryWaitLock(void*,…)</a:t>
            </a:r>
            <a:r>
              <a:rPr lang="zh-CN" altLang="en-US"/>
              <a:t>传入多个参数地址，对这些地址分别生成唯一的键值对，然后上锁，如果上锁的时候这些参数被其他线程占用，那么本方法就会释放这些参数，然后尝试重新上锁。如此循环直到能够一次性全部上锁为止。必须配合</a:t>
            </a:r>
            <a:r>
              <a:rPr lang="en-US" altLang="zh-CN"/>
              <a:t>::UnLock(void*,…)</a:t>
            </a:r>
            <a:r>
              <a:rPr lang="zh-CN" altLang="en-US"/>
              <a:t>使用！</a:t>
            </a:r>
            <a:endParaRPr lang="en-US" altLang="zh-CN"/>
          </a:p>
          <a:p>
            <a:r>
              <a:rPr lang="en-US" altLang="zh-CN"/>
              <a:t>MfxMemberLock::TryLock(void*,…)</a:t>
            </a:r>
            <a:r>
              <a:rPr lang="zh-CN" altLang="en-US"/>
              <a:t>传入多个参数地址，对这些地址分别生成唯一的键值对，然后上锁，如果上锁的时候这些参数被其他线程占用，那么本方法就会释放这些参数。成功上锁返回值为</a:t>
            </a:r>
            <a:r>
              <a:rPr lang="en-US" altLang="zh-CN"/>
              <a:t>True</a:t>
            </a:r>
            <a:r>
              <a:rPr lang="zh-CN" altLang="en-US"/>
              <a:t>，失败为</a:t>
            </a:r>
            <a:r>
              <a:rPr lang="en-US" altLang="zh-CN"/>
              <a:t>False</a:t>
            </a:r>
            <a:r>
              <a:rPr lang="zh-CN" altLang="en-US"/>
              <a:t>。每一个返回值为</a:t>
            </a:r>
            <a:r>
              <a:rPr lang="en-US" altLang="zh-CN"/>
              <a:t>True</a:t>
            </a:r>
            <a:r>
              <a:rPr lang="zh-CN" altLang="en-US"/>
              <a:t>的</a:t>
            </a:r>
            <a:r>
              <a:rPr lang="en-US" altLang="zh-CN"/>
              <a:t>::TryLock</a:t>
            </a:r>
            <a:r>
              <a:rPr lang="zh-CN" altLang="en-US"/>
              <a:t>都必须配合一个</a:t>
            </a:r>
            <a:r>
              <a:rPr lang="en-US" altLang="zh-CN"/>
              <a:t>::UnLock(void*,…)</a:t>
            </a:r>
            <a:r>
              <a:rPr lang="zh-CN" altLang="en-US"/>
              <a:t>使用！</a:t>
            </a:r>
            <a:endParaRPr lang="en-US" altLang="zh-CN"/>
          </a:p>
          <a:p>
            <a:endParaRPr lang="en-US" altLang="zh-CN"/>
          </a:p>
          <a:p>
            <a:endParaRPr lang="en-US" altLang="zh-CN"/>
          </a:p>
        </p:txBody>
      </p:sp>
      <p:sp>
        <p:nvSpPr>
          <p:cNvPr id="5" name="日期占位符 4">
            <a:extLst>
              <a:ext uri="{FF2B5EF4-FFF2-40B4-BE49-F238E27FC236}">
                <a16:creationId xmlns:a16="http://schemas.microsoft.com/office/drawing/2014/main" id="{83794CCF-DD60-4B23-8C41-5994872BC0E8}"/>
              </a:ext>
            </a:extLst>
          </p:cNvPr>
          <p:cNvSpPr>
            <a:spLocks noGrp="1"/>
          </p:cNvSpPr>
          <p:nvPr>
            <p:ph type="dt" sz="half" idx="13"/>
          </p:nvPr>
        </p:nvSpPr>
        <p:spPr/>
        <p:txBody>
          <a:bodyPr/>
          <a:lstStyle/>
          <a:p>
            <a:fld id="{2789DBDA-06DE-4DF2-A5DE-ADD9F6029E86}"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67D1930C-B136-4A05-886B-4FC9E9F020E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036429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94229-85D6-4D1B-8044-31A417AFADD7}"/>
              </a:ext>
            </a:extLst>
          </p:cNvPr>
          <p:cNvSpPr>
            <a:spLocks noGrp="1"/>
          </p:cNvSpPr>
          <p:nvPr>
            <p:ph type="title"/>
          </p:nvPr>
        </p:nvSpPr>
        <p:spPr/>
        <p:txBody>
          <a:bodyPr/>
          <a:lstStyle/>
          <a:p>
            <a:r>
              <a:rPr lang="en-US" altLang="zh-CN"/>
              <a:t>MFX</a:t>
            </a:r>
            <a:r>
              <a:rPr lang="zh-CN" altLang="en-US"/>
              <a:t>对象交互</a:t>
            </a:r>
          </a:p>
        </p:txBody>
      </p:sp>
      <p:sp>
        <p:nvSpPr>
          <p:cNvPr id="3" name="竖排文字占位符 2">
            <a:extLst>
              <a:ext uri="{FF2B5EF4-FFF2-40B4-BE49-F238E27FC236}">
                <a16:creationId xmlns:a16="http://schemas.microsoft.com/office/drawing/2014/main" id="{74E108C5-432C-4DB4-9953-89E76CC25ADA}"/>
              </a:ext>
            </a:extLst>
          </p:cNvPr>
          <p:cNvSpPr>
            <a:spLocks noGrp="1"/>
          </p:cNvSpPr>
          <p:nvPr>
            <p:ph type="body" orient="vert" idx="1"/>
          </p:nvPr>
        </p:nvSpPr>
        <p:spPr/>
        <p:txBody>
          <a:bodyPr>
            <a:normAutofit fontScale="92500" lnSpcReduction="10000"/>
          </a:bodyPr>
          <a:lstStyle/>
          <a:p>
            <a:r>
              <a:rPr lang="en-US" altLang="zh-CN"/>
              <a:t>MFX</a:t>
            </a:r>
            <a:r>
              <a:rPr lang="zh-CN" altLang="en-US"/>
              <a:t>为对象间交互提供了一个简单的接口，这个接口是基于</a:t>
            </a:r>
            <a:r>
              <a:rPr lang="en-US" altLang="zh-CN">
                <a:hlinkClick r:id="rId2" action="ppaction://hlinksldjump"/>
              </a:rPr>
              <a:t>MFX</a:t>
            </a:r>
            <a:r>
              <a:rPr lang="zh-CN" altLang="en-US">
                <a:hlinkClick r:id="rId2" action="ppaction://hlinksldjump"/>
              </a:rPr>
              <a:t>反射框架</a:t>
            </a:r>
            <a:r>
              <a:rPr lang="zh-CN" altLang="en-US"/>
              <a:t>和</a:t>
            </a:r>
            <a:r>
              <a:rPr lang="en-US" altLang="zh-CN">
                <a:hlinkClick r:id="rId3" action="ppaction://hlinksldjump"/>
              </a:rPr>
              <a:t>MFX</a:t>
            </a:r>
            <a:r>
              <a:rPr lang="zh-CN" altLang="en-US">
                <a:hlinkClick r:id="rId3" action="ppaction://hlinksldjump"/>
              </a:rPr>
              <a:t>线程管理</a:t>
            </a:r>
            <a:r>
              <a:rPr lang="zh-CN" altLang="en-US"/>
              <a:t>的。</a:t>
            </a:r>
            <a:endParaRPr lang="en-US" altLang="zh-CN"/>
          </a:p>
          <a:p>
            <a:r>
              <a:rPr lang="en-US" altLang="zh-CN"/>
              <a:t>MfxSignal</a:t>
            </a:r>
            <a:r>
              <a:rPr lang="zh-CN" altLang="en-US"/>
              <a:t>允许用户发送同步消息或者异步消息给所有绑定在</a:t>
            </a:r>
            <a:r>
              <a:rPr lang="en-US" altLang="zh-CN"/>
              <a:t>MfxSignal</a:t>
            </a:r>
            <a:r>
              <a:rPr lang="zh-CN" altLang="en-US"/>
              <a:t>内的对象。</a:t>
            </a:r>
          </a:p>
        </p:txBody>
      </p:sp>
      <p:sp>
        <p:nvSpPr>
          <p:cNvPr id="4" name="竖排文字占位符 3">
            <a:extLst>
              <a:ext uri="{FF2B5EF4-FFF2-40B4-BE49-F238E27FC236}">
                <a16:creationId xmlns:a16="http://schemas.microsoft.com/office/drawing/2014/main" id="{192C4CB9-41D1-4B6E-BEC8-B4D3FCD5458E}"/>
              </a:ext>
            </a:extLst>
          </p:cNvPr>
          <p:cNvSpPr>
            <a:spLocks noGrp="1"/>
          </p:cNvSpPr>
          <p:nvPr>
            <p:ph type="body" orient="vert" idx="12"/>
          </p:nvPr>
        </p:nvSpPr>
        <p:spPr/>
        <p:txBody>
          <a:bodyPr>
            <a:normAutofit fontScale="92500" lnSpcReduction="20000"/>
          </a:bodyPr>
          <a:lstStyle/>
          <a:p>
            <a:r>
              <a:rPr lang="zh-CN" altLang="en-US"/>
              <a:t>如果一个对象想接收由</a:t>
            </a:r>
            <a:r>
              <a:rPr lang="en-US" altLang="zh-CN"/>
              <a:t>MfxSignal</a:t>
            </a:r>
            <a:r>
              <a:rPr lang="zh-CN" altLang="en-US"/>
              <a:t>发送的消息，请为这个对象实现</a:t>
            </a:r>
            <a:r>
              <a:rPr lang="en-US" altLang="zh-CN">
                <a:hlinkClick r:id="rId2" action="ppaction://hlinksldjump"/>
              </a:rPr>
              <a:t>MFX</a:t>
            </a:r>
            <a:r>
              <a:rPr lang="zh-CN" altLang="en-US" cap="none">
                <a:hlinkClick r:id="rId2" action="ppaction://hlinksldjump"/>
              </a:rPr>
              <a:t>反射框架</a:t>
            </a:r>
            <a:r>
              <a:rPr lang="zh-CN" altLang="en-US" cap="none"/>
              <a:t>。</a:t>
            </a:r>
            <a:endParaRPr lang="en-US" altLang="zh-CN" cap="none"/>
          </a:p>
          <a:p>
            <a:r>
              <a:rPr lang="zh-CN" altLang="en-US"/>
              <a:t>使用</a:t>
            </a:r>
            <a:r>
              <a:rPr lang="en-US" altLang="zh-CN"/>
              <a:t>MfxSignal::PushBackReceiver(MfxBase* recvObject, MfxString recvFunc)</a:t>
            </a:r>
            <a:r>
              <a:rPr lang="zh-CN" altLang="en-US"/>
              <a:t>来为</a:t>
            </a:r>
            <a:r>
              <a:rPr lang="en-US" altLang="zh-CN"/>
              <a:t>MfxSignal</a:t>
            </a:r>
            <a:r>
              <a:rPr lang="zh-CN" altLang="en-US"/>
              <a:t>添加一个处于队列尾部的接收者。</a:t>
            </a:r>
            <a:endParaRPr lang="en-US" altLang="zh-CN"/>
          </a:p>
          <a:p>
            <a:r>
              <a:rPr lang="zh-CN" altLang="en-US"/>
              <a:t>使用</a:t>
            </a:r>
            <a:r>
              <a:rPr lang="en-US" altLang="zh-CN"/>
              <a:t>MfxSignal::RemoveReceiver (MfxBase* recvObject, MfxString recvFunc)</a:t>
            </a:r>
            <a:r>
              <a:rPr lang="zh-CN" altLang="en-US"/>
              <a:t>来为</a:t>
            </a:r>
            <a:r>
              <a:rPr lang="en-US" altLang="zh-CN"/>
              <a:t>MfxSignal</a:t>
            </a:r>
            <a:r>
              <a:rPr lang="zh-CN" altLang="en-US"/>
              <a:t>移除一个接收者。</a:t>
            </a:r>
            <a:endParaRPr lang="en-US" altLang="zh-CN"/>
          </a:p>
          <a:p>
            <a:r>
              <a:rPr lang="zh-CN" altLang="en-US"/>
              <a:t>使用</a:t>
            </a:r>
            <a:r>
              <a:rPr lang="en-US" altLang="zh-CN"/>
              <a:t>MfxSignal::SendSignal(…)</a:t>
            </a:r>
            <a:r>
              <a:rPr lang="zh-CN" altLang="en-US"/>
              <a:t>发送一个同步消息给所有的接收者，等到全部的接收者接收完毕并处理完毕之后再返回。</a:t>
            </a:r>
            <a:endParaRPr lang="en-US" altLang="zh-CN"/>
          </a:p>
          <a:p>
            <a:r>
              <a:rPr lang="zh-CN" altLang="en-US"/>
              <a:t>使用</a:t>
            </a:r>
            <a:r>
              <a:rPr lang="en-US" altLang="zh-CN"/>
              <a:t>MfxSignal::PostSignal(…)</a:t>
            </a:r>
            <a:r>
              <a:rPr lang="zh-CN" altLang="en-US"/>
              <a:t>发送一个异步消息给所有的接收者，该函数立即返回，</a:t>
            </a:r>
            <a:r>
              <a:rPr lang="en-US" altLang="zh-CN"/>
              <a:t> MfxSignal</a:t>
            </a:r>
            <a:r>
              <a:rPr lang="zh-CN" altLang="en-US"/>
              <a:t>将会从线程池中申请一个线程，在另一个线程中处理这次发送。</a:t>
            </a:r>
            <a:endParaRPr lang="en-US" altLang="zh-CN"/>
          </a:p>
          <a:p>
            <a:r>
              <a:rPr lang="en-US" altLang="zh-CN"/>
              <a:t>MfxSignal</a:t>
            </a:r>
            <a:r>
              <a:rPr lang="zh-CN" altLang="en-US"/>
              <a:t>发送消息的时候，请注意，发送消息的参数数量必须大于等于接收函数参数数量。过多的参数会被截断。</a:t>
            </a:r>
            <a:endParaRPr lang="en-US" altLang="zh-CN"/>
          </a:p>
        </p:txBody>
      </p:sp>
      <p:sp>
        <p:nvSpPr>
          <p:cNvPr id="5" name="日期占位符 4">
            <a:extLst>
              <a:ext uri="{FF2B5EF4-FFF2-40B4-BE49-F238E27FC236}">
                <a16:creationId xmlns:a16="http://schemas.microsoft.com/office/drawing/2014/main" id="{1B5B4A23-3B0B-4D02-BC26-7E922E250FE9}"/>
              </a:ext>
            </a:extLst>
          </p:cNvPr>
          <p:cNvSpPr>
            <a:spLocks noGrp="1"/>
          </p:cNvSpPr>
          <p:nvPr>
            <p:ph type="dt" sz="half" idx="13"/>
          </p:nvPr>
        </p:nvSpPr>
        <p:spPr/>
        <p:txBody>
          <a:bodyPr/>
          <a:lstStyle/>
          <a:p>
            <a:fld id="{2C8F68A4-3137-49DD-A37B-5225E95B35AF}"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D94BDEB9-2998-4EC3-BAAC-9A5F96DBA73E}"/>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770523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7259-5D44-4673-8C4F-AA353C155B51}"/>
              </a:ext>
            </a:extLst>
          </p:cNvPr>
          <p:cNvSpPr>
            <a:spLocks noGrp="1"/>
          </p:cNvSpPr>
          <p:nvPr>
            <p:ph type="title"/>
          </p:nvPr>
        </p:nvSpPr>
        <p:spPr/>
        <p:txBody>
          <a:bodyPr/>
          <a:lstStyle/>
          <a:p>
            <a:r>
              <a:rPr lang="en-US" altLang="zh-CN"/>
              <a:t>MFX</a:t>
            </a:r>
            <a:r>
              <a:rPr lang="zh-CN" altLang="en-US"/>
              <a:t>推断模板</a:t>
            </a:r>
          </a:p>
        </p:txBody>
      </p:sp>
      <p:sp>
        <p:nvSpPr>
          <p:cNvPr id="3" name="竖排文字占位符 2">
            <a:extLst>
              <a:ext uri="{FF2B5EF4-FFF2-40B4-BE49-F238E27FC236}">
                <a16:creationId xmlns:a16="http://schemas.microsoft.com/office/drawing/2014/main" id="{A932ED00-48E8-477C-B545-D1FA18058FB8}"/>
              </a:ext>
            </a:extLst>
          </p:cNvPr>
          <p:cNvSpPr>
            <a:spLocks noGrp="1"/>
          </p:cNvSpPr>
          <p:nvPr>
            <p:ph type="body" orient="vert" idx="1"/>
          </p:nvPr>
        </p:nvSpPr>
        <p:spPr/>
        <p:txBody>
          <a:bodyPr/>
          <a:lstStyle/>
          <a:p>
            <a:r>
              <a:rPr lang="en-US" altLang="zh-CN"/>
              <a:t>MFX</a:t>
            </a:r>
            <a:r>
              <a:rPr lang="zh-CN" altLang="en-US"/>
              <a:t>提供了一些简单的推断模板。</a:t>
            </a:r>
            <a:endParaRPr lang="en-US" altLang="zh-CN"/>
          </a:p>
          <a:p>
            <a:r>
              <a:rPr lang="zh-CN" altLang="en-US"/>
              <a:t>包括根据推断函数参数数量、推断函数的参数类型等基本模板。</a:t>
            </a:r>
          </a:p>
        </p:txBody>
      </p:sp>
      <p:sp>
        <p:nvSpPr>
          <p:cNvPr id="4" name="竖排文字占位符 3">
            <a:extLst>
              <a:ext uri="{FF2B5EF4-FFF2-40B4-BE49-F238E27FC236}">
                <a16:creationId xmlns:a16="http://schemas.microsoft.com/office/drawing/2014/main" id="{9E81E18B-AFA2-4514-BAF5-DF8D1C40B3C1}"/>
              </a:ext>
            </a:extLst>
          </p:cNvPr>
          <p:cNvSpPr>
            <a:spLocks noGrp="1"/>
          </p:cNvSpPr>
          <p:nvPr>
            <p:ph type="body" orient="vert" idx="12"/>
          </p:nvPr>
        </p:nvSpPr>
        <p:spPr/>
        <p:txBody>
          <a:bodyPr/>
          <a:lstStyle/>
          <a:p>
            <a:r>
              <a:rPr lang="zh-CN" altLang="en-US"/>
              <a:t>具体请看</a:t>
            </a:r>
            <a:r>
              <a:rPr lang="en-US" altLang="zh-CN"/>
              <a:t>MfxBase</a:t>
            </a:r>
            <a:r>
              <a:rPr lang="zh-CN" altLang="en-US"/>
              <a:t>源码实现。</a:t>
            </a:r>
          </a:p>
        </p:txBody>
      </p:sp>
      <p:sp>
        <p:nvSpPr>
          <p:cNvPr id="5" name="日期占位符 4">
            <a:extLst>
              <a:ext uri="{FF2B5EF4-FFF2-40B4-BE49-F238E27FC236}">
                <a16:creationId xmlns:a16="http://schemas.microsoft.com/office/drawing/2014/main" id="{5BB2DAD6-B0FB-42F6-B747-B2C224887491}"/>
              </a:ext>
            </a:extLst>
          </p:cNvPr>
          <p:cNvSpPr>
            <a:spLocks noGrp="1"/>
          </p:cNvSpPr>
          <p:nvPr>
            <p:ph type="dt" sz="half" idx="13"/>
          </p:nvPr>
        </p:nvSpPr>
        <p:spPr/>
        <p:txBody>
          <a:bodyPr/>
          <a:lstStyle/>
          <a:p>
            <a:fld id="{643B422B-51BB-4CA7-8F38-5CA57DEE8E81}"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A0D04A44-8F2E-4570-B204-AE46199C267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943939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0" name="矩形 79">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82" name="图片 81">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cxnSp>
        <p:nvCxnSpPr>
          <p:cNvPr id="84" name="直接连接符 83">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图片 4" descr="白色楼梯">
            <a:extLst>
              <a:ext uri="{FF2B5EF4-FFF2-40B4-BE49-F238E27FC236}">
                <a16:creationId xmlns:a16="http://schemas.microsoft.com/office/drawing/2014/main" id="{BDEE4019-56F2-459C-B15D-76C0CDC216FA}"/>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flipH="1">
            <a:off x="2" y="10"/>
            <a:ext cx="12191695" cy="6857990"/>
          </a:xfrm>
          <a:prstGeom prst="rect">
            <a:avLst/>
          </a:prstGeom>
          <a:solidFill>
            <a:schemeClr val="bg2">
              <a:lumMod val="90000"/>
            </a:schemeClr>
          </a:solidFill>
        </p:spPr>
      </p:pic>
      <p:sp>
        <p:nvSpPr>
          <p:cNvPr id="88" name="矩形 87">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E734342C-2173-4B23-9C3C-2950C6A3983D}"/>
              </a:ext>
            </a:extLst>
          </p:cNvPr>
          <p:cNvSpPr>
            <a:spLocks noGrp="1"/>
          </p:cNvSpPr>
          <p:nvPr>
            <p:ph type="title"/>
          </p:nvPr>
        </p:nvSpPr>
        <p:spPr>
          <a:xfrm>
            <a:off x="4065511" y="3236470"/>
            <a:ext cx="6832500" cy="1252601"/>
          </a:xfrm>
        </p:spPr>
        <p:txBody>
          <a:bodyPr vert="horz" lIns="91440" tIns="45720" rIns="91440" bIns="0" rtlCol="0" anchor="b">
            <a:normAutofit/>
          </a:bodyPr>
          <a:lstStyle/>
          <a:p>
            <a:pPr rtl="0"/>
            <a:r>
              <a:rPr lang="en-US" altLang="zh-CN" sz="4100" cap="none">
                <a:solidFill>
                  <a:srgbClr val="FFFFFE"/>
                </a:solidFill>
                <a:ea typeface="Microsoft YaHei UI" panose="020B0503020204020204" pitchFamily="34" charset="-122"/>
              </a:rPr>
              <a:t>MicroFlakeX</a:t>
            </a:r>
            <a:endParaRPr lang="zh-CN" altLang="en-US" sz="4100" cap="none">
              <a:solidFill>
                <a:srgbClr val="FFFFFE"/>
              </a:solidFill>
              <a:ea typeface="Microsoft YaHei UI" panose="020B0503020204020204" pitchFamily="34" charset="-122"/>
            </a:endParaRPr>
          </a:p>
        </p:txBody>
      </p:sp>
      <p:sp>
        <p:nvSpPr>
          <p:cNvPr id="3" name="文本占位符 2">
            <a:extLst>
              <a:ext uri="{FF2B5EF4-FFF2-40B4-BE49-F238E27FC236}">
                <a16:creationId xmlns:a16="http://schemas.microsoft.com/office/drawing/2014/main" id="{6A75989C-CEF6-4790-9F3D-DDEC3CEECEF5}"/>
              </a:ext>
            </a:extLst>
          </p:cNvPr>
          <p:cNvSpPr>
            <a:spLocks noGrp="1"/>
          </p:cNvSpPr>
          <p:nvPr>
            <p:ph type="body" idx="1"/>
          </p:nvPr>
        </p:nvSpPr>
        <p:spPr>
          <a:xfrm>
            <a:off x="4065511" y="4780357"/>
            <a:ext cx="6832499" cy="716529"/>
          </a:xfrm>
        </p:spPr>
        <p:txBody>
          <a:bodyPr vert="horz" lIns="91440" tIns="91440" rIns="91440" bIns="91440" rtlCol="0">
            <a:normAutofit/>
          </a:bodyPr>
          <a:lstStyle/>
          <a:p>
            <a:pPr rtl="0"/>
            <a:r>
              <a:rPr lang="en-US" altLang="zh-CN" sz="1600">
                <a:solidFill>
                  <a:schemeClr val="bg2"/>
                </a:solidFill>
                <a:ea typeface="Microsoft YaHei UI" panose="020B0503020204020204" pitchFamily="34" charset="-122"/>
              </a:rPr>
              <a:t>https://github.com/yishengjun8/MicroFlakeX</a:t>
            </a:r>
            <a:endParaRPr lang="zh-CN" altLang="en-US" sz="1600">
              <a:solidFill>
                <a:schemeClr val="bg2"/>
              </a:solidFill>
              <a:ea typeface="Microsoft YaHei UI" panose="020B0503020204020204" pitchFamily="34" charset="-122"/>
            </a:endParaRPr>
          </a:p>
        </p:txBody>
      </p:sp>
      <p:cxnSp>
        <p:nvCxnSpPr>
          <p:cNvPr id="90" name="直接连接符 89">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063AB693-D1F0-4768-A9A9-29DB09E11647}"/>
              </a:ext>
            </a:extLst>
          </p:cNvPr>
          <p:cNvSpPr>
            <a:spLocks noGrp="1"/>
          </p:cNvSpPr>
          <p:nvPr>
            <p:ph type="dt" sz="half" idx="13"/>
          </p:nvPr>
        </p:nvSpPr>
        <p:spPr/>
        <p:txBody>
          <a:bodyPr/>
          <a:lstStyle/>
          <a:p>
            <a:fld id="{C2FD1994-6A46-4CC6-B7A5-A24B2A66D40D}"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9CA04006-5A82-4326-AA7F-2F4DCC14CA71}"/>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179833211"/>
      </p:ext>
    </p:extLst>
  </p:cSld>
  <p:clrMapOvr>
    <a:masterClrMapping/>
  </p:clrMapOvr>
</p:sld>
</file>

<file path=ppt/theme/theme1.xml><?xml version="1.0" encoding="utf-8"?>
<a:theme xmlns:a="http://schemas.openxmlformats.org/drawingml/2006/main" name="画廊">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CF9EC99-89FF-486C-9E02-31E13FD72E16}">
  <ds:schemaRefs>
    <ds:schemaRef ds:uri="http://schemas.microsoft.com/sharepoint/v3/contenttype/forms"/>
  </ds:schemaRefs>
</ds:datastoreItem>
</file>

<file path=customXml/itemProps2.xml><?xml version="1.0" encoding="utf-8"?>
<ds:datastoreItem xmlns:ds="http://schemas.openxmlformats.org/officeDocument/2006/customXml" ds:itemID="{596CF9D2-F3E0-450F-B184-8D2A0EB8B1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AABB37-1599-4AE8-818C-82E84CA93DF4}">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创作画廊主题</Template>
  <TotalTime>1033</TotalTime>
  <Words>1024</Words>
  <Application>Microsoft Office PowerPoint</Application>
  <PresentationFormat>宽屏</PresentationFormat>
  <Paragraphs>68</Paragraphs>
  <Slides>8</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Microsoft YaHei UI</vt:lpstr>
      <vt:lpstr>Arial</vt:lpstr>
      <vt:lpstr>Consolas</vt:lpstr>
      <vt:lpstr>Wingdings</vt:lpstr>
      <vt:lpstr>画廊</vt:lpstr>
      <vt:lpstr>MicroFlakeX</vt:lpstr>
      <vt:lpstr>MfxBase的构成</vt:lpstr>
      <vt:lpstr>MFX反射框架</vt:lpstr>
      <vt:lpstr>Mfx线程管理_0</vt:lpstr>
      <vt:lpstr>Mfx线程管理_1</vt:lpstr>
      <vt:lpstr>MFX对象交互</vt:lpstr>
      <vt:lpstr>MFX推断模板</vt:lpstr>
      <vt:lpstr>MicroFlakeX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MicroFlakeX</dc:title>
  <dc:creator>渡河 而来的人</dc:creator>
  <cp:lastModifiedBy>渡河 而来的人</cp:lastModifiedBy>
  <cp:revision>23</cp:revision>
  <dcterms:created xsi:type="dcterms:W3CDTF">2021-05-29T14:40:22Z</dcterms:created>
  <dcterms:modified xsi:type="dcterms:W3CDTF">2021-05-30T07:54:18Z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