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0" r:id="rId6"/>
    <p:sldId id="272" r:id="rId7"/>
    <p:sldId id="274" r:id="rId8"/>
    <p:sldId id="273" r:id="rId9"/>
    <p:sldId id="267" r:id="rId10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9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048C61-36D6-4B73-9AF4-D31B74104F82}" type="doc">
      <dgm:prSet loTypeId="urn:microsoft.com/office/officeart/2018/5/layout/IconCircleLabelList" loCatId="other" qsTypeId="urn:microsoft.com/office/officeart/2005/8/quickstyle/simple4" qsCatId="simple" csTypeId="urn:microsoft.com/office/officeart/2005/8/colors/accent0_3" csCatId="mainScheme" phldr="1"/>
      <dgm:spPr/>
    </dgm:pt>
    <dgm:pt modelId="{AF583F91-332F-4E72-A1E0-987BFD089F88}">
      <dgm:prSet phldrT="[Text]"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n-US" altLang="zh-CN" sz="20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</a:t>
          </a:r>
          <a:r>
            <a:rPr lang="zh-CN" altLang="en-US" sz="20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基本类型</a:t>
          </a:r>
          <a:endParaRPr lang="zh-CN" altLang="en-US" sz="20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4596A89-BBA0-45D0-8E22-7BBC2F943B47}" type="parTrans" cxnId="{A68E0B67-A0CF-423E-9B01-65F9A6E5BDCF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05CEAA8-675D-47C0-8F48-2F40A711E383}" type="sibTrans" cxnId="{A68E0B67-A0CF-423E-9B01-65F9A6E5BDCF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20A53C9-ECE9-46F5-88D2-D48EC507F57E}">
      <dgm:prSet phldrT="[Text]"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n-US" altLang="zh-CN" sz="20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MfxGlide</a:t>
          </a:r>
          <a:endParaRPr lang="zh-CN" altLang="en-US" sz="20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071F71CB-2E91-4706-8580-7A9507D3498C}" type="parTrans" cxnId="{06F43257-D3EF-4021-8B4C-8FF549290723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2B883F14-5874-45D7-94D5-8F5162A57A1C}" type="sibTrans" cxnId="{06F43257-D3EF-4021-8B4C-8FF549290723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F527937-CD5F-4682-B04B-CEBA79E99ED4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n-US" altLang="zh-CN" sz="20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--</a:t>
          </a:r>
          <a:endParaRPr lang="zh-CN" altLang="en-US" sz="20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FBFBF700-F8A4-474A-A342-2C1752EB13B8}" type="parTrans" cxnId="{FEEC04FE-33FF-4741-8C41-C1313093F66A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609A378-B1CD-4490-BAD7-454637280DC6}" type="sibTrans" cxnId="{FEEC04FE-33FF-4741-8C41-C1313093F66A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7FFBD6F-56B0-43EB-BBD0-B4BD04E7A66C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n-US" altLang="zh-CN" sz="2000" cap="none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--</a:t>
          </a:r>
          <a:endParaRPr lang="zh-CN" altLang="en-US" sz="2000" cap="none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467E952F-FCBD-4614-9654-273CCC048B2A}" type="parTrans" cxnId="{A2A8C156-4F81-4A90-B08E-225C5B39F500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997EED20-EB8B-4654-845F-95E376501A61}" type="sibTrans" cxnId="{A2A8C156-4F81-4A90-B08E-225C5B39F500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BBF80FC7-D448-4483-A6C9-4EAE4BE5CAF2}" type="pres">
      <dgm:prSet presAssocID="{23048C61-36D6-4B73-9AF4-D31B74104F82}" presName="root" presStyleCnt="0">
        <dgm:presLayoutVars>
          <dgm:dir/>
          <dgm:resizeHandles val="exact"/>
        </dgm:presLayoutVars>
      </dgm:prSet>
      <dgm:spPr/>
    </dgm:pt>
    <dgm:pt modelId="{1CB2887D-20AE-4102-930D-CD170E422C5F}" type="pres">
      <dgm:prSet presAssocID="{AF583F91-332F-4E72-A1E0-987BFD089F88}" presName="compNode" presStyleCnt="0"/>
      <dgm:spPr/>
    </dgm:pt>
    <dgm:pt modelId="{B99A65BE-757B-4D84-B5FE-48104FC06414}" type="pres">
      <dgm:prSet presAssocID="{AF583F91-332F-4E72-A1E0-987BFD089F88}" presName="iconBgRect" presStyleLbl="bgShp" presStyleIdx="0" presStyleCnt="4"/>
      <dgm:spPr>
        <a:noFill/>
      </dgm:spPr>
    </dgm:pt>
    <dgm:pt modelId="{7EEB8DAD-99AC-4FE8-BD91-AB3BBD920121}" type="pres">
      <dgm:prSet presAssocID="{AF583F91-332F-4E72-A1E0-987BFD089F8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86FC1905-CC68-4E87-A989-7A09ED799ACD}" type="pres">
      <dgm:prSet presAssocID="{AF583F91-332F-4E72-A1E0-987BFD089F88}" presName="spaceRect" presStyleCnt="0"/>
      <dgm:spPr/>
    </dgm:pt>
    <dgm:pt modelId="{A2D6B74B-D7F6-461D-9A3E-29AE873A88E7}" type="pres">
      <dgm:prSet presAssocID="{AF583F91-332F-4E72-A1E0-987BFD089F88}" presName="textRect" presStyleLbl="revTx" presStyleIdx="0" presStyleCnt="4" custLinFactNeighborY="-71795">
        <dgm:presLayoutVars>
          <dgm:chMax val="1"/>
          <dgm:chPref val="1"/>
        </dgm:presLayoutVars>
      </dgm:prSet>
      <dgm:spPr/>
    </dgm:pt>
    <dgm:pt modelId="{C3C50DCF-AD83-48B8-84E3-B3AFA60C3F8D}" type="pres">
      <dgm:prSet presAssocID="{705CEAA8-675D-47C0-8F48-2F40A711E383}" presName="sibTrans" presStyleCnt="0"/>
      <dgm:spPr/>
    </dgm:pt>
    <dgm:pt modelId="{DDDA15A8-587D-4B5D-A7BE-FB262C0CAF4E}" type="pres">
      <dgm:prSet presAssocID="{520A53C9-ECE9-46F5-88D2-D48EC507F57E}" presName="compNode" presStyleCnt="0"/>
      <dgm:spPr/>
    </dgm:pt>
    <dgm:pt modelId="{ADBD35B6-559C-4E4F-9574-4BA9274B6091}" type="pres">
      <dgm:prSet presAssocID="{520A53C9-ECE9-46F5-88D2-D48EC507F57E}" presName="iconBgRect" presStyleLbl="bgShp" presStyleIdx="1" presStyleCnt="4" custLinFactNeighborX="-19312"/>
      <dgm:spPr>
        <a:noFill/>
      </dgm:spPr>
    </dgm:pt>
    <dgm:pt modelId="{B868A014-8E16-413C-B8AE-3003DEB6A9F2}" type="pres">
      <dgm:prSet presAssocID="{520A53C9-ECE9-46F5-88D2-D48EC507F57E}" presName="iconRect" presStyleLbl="node1" presStyleIdx="1" presStyleCnt="4" custLinFactNeighborX="-3364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48EBF2C-CCD0-4E01-9A73-A0DE921C18F0}" type="pres">
      <dgm:prSet presAssocID="{520A53C9-ECE9-46F5-88D2-D48EC507F57E}" presName="spaceRect" presStyleCnt="0"/>
      <dgm:spPr/>
    </dgm:pt>
    <dgm:pt modelId="{0DCE97C5-E889-40B4-8BE0-94BAA197A527}" type="pres">
      <dgm:prSet presAssocID="{520A53C9-ECE9-46F5-88D2-D48EC507F57E}" presName="textRect" presStyleLbl="revTx" presStyleIdx="1" presStyleCnt="4" custLinFactNeighborX="-11776" custLinFactNeighborY="-71795">
        <dgm:presLayoutVars>
          <dgm:chMax val="1"/>
          <dgm:chPref val="1"/>
        </dgm:presLayoutVars>
      </dgm:prSet>
      <dgm:spPr/>
    </dgm:pt>
    <dgm:pt modelId="{28600D5A-B3F1-42A9-A790-B2733331BD58}" type="pres">
      <dgm:prSet presAssocID="{2B883F14-5874-45D7-94D5-8F5162A57A1C}" presName="sibTrans" presStyleCnt="0"/>
      <dgm:spPr/>
    </dgm:pt>
    <dgm:pt modelId="{083D6136-A58E-46F1-A866-3D3D120706A2}" type="pres">
      <dgm:prSet presAssocID="{5F527937-CD5F-4682-B04B-CEBA79E99ED4}" presName="compNode" presStyleCnt="0"/>
      <dgm:spPr/>
    </dgm:pt>
    <dgm:pt modelId="{7C7730D2-6F5C-4C07-B6C9-7B78FB830E86}" type="pres">
      <dgm:prSet presAssocID="{5F527937-CD5F-4682-B04B-CEBA79E99ED4}" presName="iconBgRect" presStyleLbl="bgShp" presStyleIdx="2" presStyleCnt="4" custLinFactNeighborY="-95352"/>
      <dgm:spPr>
        <a:noFill/>
      </dgm:spPr>
    </dgm:pt>
    <dgm:pt modelId="{73DE5867-8622-4ECE-BF05-C44C4A70ACD9}" type="pres">
      <dgm:prSet presAssocID="{5F527937-CD5F-4682-B04B-CEBA79E99ED4}" presName="iconRect" presStyleLbl="node1" presStyleIdx="2" presStyleCnt="4" custLinFactY="-91422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F4DE9A7E-7688-460B-B8B9-0ED123555AC3}" type="pres">
      <dgm:prSet presAssocID="{5F527937-CD5F-4682-B04B-CEBA79E99ED4}" presName="spaceRect" presStyleCnt="0"/>
      <dgm:spPr/>
    </dgm:pt>
    <dgm:pt modelId="{9A1458B1-9A61-4DC2-8626-D1B5B6AAF481}" type="pres">
      <dgm:prSet presAssocID="{5F527937-CD5F-4682-B04B-CEBA79E99ED4}" presName="textRect" presStyleLbl="revTx" presStyleIdx="2" presStyleCnt="4" custLinFactY="-100000" custLinFactNeighborY="-128245">
        <dgm:presLayoutVars>
          <dgm:chMax val="1"/>
          <dgm:chPref val="1"/>
        </dgm:presLayoutVars>
      </dgm:prSet>
      <dgm:spPr/>
    </dgm:pt>
    <dgm:pt modelId="{4724C23C-407F-482F-A2D0-67F596F6CFCA}" type="pres">
      <dgm:prSet presAssocID="{6609A378-B1CD-4490-BAD7-454637280DC6}" presName="sibTrans" presStyleCnt="0"/>
      <dgm:spPr/>
    </dgm:pt>
    <dgm:pt modelId="{6FE1ADDD-0990-4D75-A5D5-EF81AF9FA32C}" type="pres">
      <dgm:prSet presAssocID="{67FFBD6F-56B0-43EB-BBD0-B4BD04E7A66C}" presName="compNode" presStyleCnt="0"/>
      <dgm:spPr/>
    </dgm:pt>
    <dgm:pt modelId="{36278FB6-E1FB-41C5-9E64-C3CD6347D9EE}" type="pres">
      <dgm:prSet presAssocID="{67FFBD6F-56B0-43EB-BBD0-B4BD04E7A66C}" presName="iconBgRect" presStyleLbl="bgShp" presStyleIdx="3" presStyleCnt="4" custLinFactNeighborX="-19312" custLinFactNeighborY="-95352"/>
      <dgm:spPr>
        <a:noFill/>
      </dgm:spPr>
    </dgm:pt>
    <dgm:pt modelId="{DFA4AADF-7CE3-49CE-9266-1FF1685AE72B}" type="pres">
      <dgm:prSet presAssocID="{67FFBD6F-56B0-43EB-BBD0-B4BD04E7A66C}" presName="iconRect" presStyleLbl="node1" presStyleIdx="3" presStyleCnt="4" custLinFactY="-91422" custLinFactNeighborX="-33649" custLinFactNeighborY="-1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664BDC54-3C32-4107-A9C7-14DDE767E150}" type="pres">
      <dgm:prSet presAssocID="{67FFBD6F-56B0-43EB-BBD0-B4BD04E7A66C}" presName="spaceRect" presStyleCnt="0"/>
      <dgm:spPr/>
    </dgm:pt>
    <dgm:pt modelId="{E1F920E6-D82F-406A-9C4B-D9A87DB39F98}" type="pres">
      <dgm:prSet presAssocID="{67FFBD6F-56B0-43EB-BBD0-B4BD04E7A66C}" presName="textRect" presStyleLbl="revTx" presStyleIdx="3" presStyleCnt="4" custLinFactY="-100000" custLinFactNeighborX="-11776" custLinFactNeighborY="-128245">
        <dgm:presLayoutVars>
          <dgm:chMax val="1"/>
          <dgm:chPref val="1"/>
        </dgm:presLayoutVars>
      </dgm:prSet>
      <dgm:spPr/>
    </dgm:pt>
  </dgm:ptLst>
  <dgm:cxnLst>
    <dgm:cxn modelId="{05B12F0F-6F0A-49C6-AC8A-4567B312BFC0}" type="presOf" srcId="{23048C61-36D6-4B73-9AF4-D31B74104F82}" destId="{BBF80FC7-D448-4483-A6C9-4EAE4BE5CAF2}" srcOrd="0" destOrd="0" presId="urn:microsoft.com/office/officeart/2018/5/layout/IconCircleLabelList"/>
    <dgm:cxn modelId="{B08A5928-0428-4FCE-A1D0-9A9FF09077A8}" type="presOf" srcId="{520A53C9-ECE9-46F5-88D2-D48EC507F57E}" destId="{0DCE97C5-E889-40B4-8BE0-94BAA197A527}" srcOrd="0" destOrd="0" presId="urn:microsoft.com/office/officeart/2018/5/layout/IconCircleLabelList"/>
    <dgm:cxn modelId="{7BA2753E-F22F-4DED-85A6-7BD4D9E8C9ED}" type="presOf" srcId="{5F527937-CD5F-4682-B04B-CEBA79E99ED4}" destId="{9A1458B1-9A61-4DC2-8626-D1B5B6AAF481}" srcOrd="0" destOrd="0" presId="urn:microsoft.com/office/officeart/2018/5/layout/IconCircleLabelList"/>
    <dgm:cxn modelId="{A68E0B67-A0CF-423E-9B01-65F9A6E5BDCF}" srcId="{23048C61-36D6-4B73-9AF4-D31B74104F82}" destId="{AF583F91-332F-4E72-A1E0-987BFD089F88}" srcOrd="0" destOrd="0" parTransId="{64596A89-BBA0-45D0-8E22-7BBC2F943B47}" sibTransId="{705CEAA8-675D-47C0-8F48-2F40A711E383}"/>
    <dgm:cxn modelId="{A2A8C156-4F81-4A90-B08E-225C5B39F500}" srcId="{23048C61-36D6-4B73-9AF4-D31B74104F82}" destId="{67FFBD6F-56B0-43EB-BBD0-B4BD04E7A66C}" srcOrd="3" destOrd="0" parTransId="{467E952F-FCBD-4614-9654-273CCC048B2A}" sibTransId="{997EED20-EB8B-4654-845F-95E376501A61}"/>
    <dgm:cxn modelId="{06F43257-D3EF-4021-8B4C-8FF549290723}" srcId="{23048C61-36D6-4B73-9AF4-D31B74104F82}" destId="{520A53C9-ECE9-46F5-88D2-D48EC507F57E}" srcOrd="1" destOrd="0" parTransId="{071F71CB-2E91-4706-8580-7A9507D3498C}" sibTransId="{2B883F14-5874-45D7-94D5-8F5162A57A1C}"/>
    <dgm:cxn modelId="{AD95718B-F7A3-4800-BE50-579D98FB2CD8}" type="presOf" srcId="{AF583F91-332F-4E72-A1E0-987BFD089F88}" destId="{A2D6B74B-D7F6-461D-9A3E-29AE873A88E7}" srcOrd="0" destOrd="0" presId="urn:microsoft.com/office/officeart/2018/5/layout/IconCircleLabelList"/>
    <dgm:cxn modelId="{018D8498-9748-48EF-AF04-32A4DC5691ED}" type="presOf" srcId="{67FFBD6F-56B0-43EB-BBD0-B4BD04E7A66C}" destId="{E1F920E6-D82F-406A-9C4B-D9A87DB39F98}" srcOrd="0" destOrd="0" presId="urn:microsoft.com/office/officeart/2018/5/layout/IconCircleLabelList"/>
    <dgm:cxn modelId="{FEEC04FE-33FF-4741-8C41-C1313093F66A}" srcId="{23048C61-36D6-4B73-9AF4-D31B74104F82}" destId="{5F527937-CD5F-4682-B04B-CEBA79E99ED4}" srcOrd="2" destOrd="0" parTransId="{FBFBF700-F8A4-474A-A342-2C1752EB13B8}" sibTransId="{6609A378-B1CD-4490-BAD7-454637280DC6}"/>
    <dgm:cxn modelId="{9177DF96-F800-4444-A506-0900FCD8B68A}" type="presParOf" srcId="{BBF80FC7-D448-4483-A6C9-4EAE4BE5CAF2}" destId="{1CB2887D-20AE-4102-930D-CD170E422C5F}" srcOrd="0" destOrd="0" presId="urn:microsoft.com/office/officeart/2018/5/layout/IconCircleLabelList"/>
    <dgm:cxn modelId="{7A6B77C7-D16E-4505-95AD-F6F798DC4B26}" type="presParOf" srcId="{1CB2887D-20AE-4102-930D-CD170E422C5F}" destId="{B99A65BE-757B-4D84-B5FE-48104FC06414}" srcOrd="0" destOrd="0" presId="urn:microsoft.com/office/officeart/2018/5/layout/IconCircleLabelList"/>
    <dgm:cxn modelId="{FC4108CD-605B-4A0C-9A5D-1066EC2EE49A}" type="presParOf" srcId="{1CB2887D-20AE-4102-930D-CD170E422C5F}" destId="{7EEB8DAD-99AC-4FE8-BD91-AB3BBD920121}" srcOrd="1" destOrd="0" presId="urn:microsoft.com/office/officeart/2018/5/layout/IconCircleLabelList"/>
    <dgm:cxn modelId="{DE55D038-7474-42D7-954B-E243E84618B2}" type="presParOf" srcId="{1CB2887D-20AE-4102-930D-CD170E422C5F}" destId="{86FC1905-CC68-4E87-A989-7A09ED799ACD}" srcOrd="2" destOrd="0" presId="urn:microsoft.com/office/officeart/2018/5/layout/IconCircleLabelList"/>
    <dgm:cxn modelId="{42E105ED-8042-4C65-B9AD-62034CE50101}" type="presParOf" srcId="{1CB2887D-20AE-4102-930D-CD170E422C5F}" destId="{A2D6B74B-D7F6-461D-9A3E-29AE873A88E7}" srcOrd="3" destOrd="0" presId="urn:microsoft.com/office/officeart/2018/5/layout/IconCircleLabelList"/>
    <dgm:cxn modelId="{A14E7826-F652-4235-A09A-D6DB4F472E35}" type="presParOf" srcId="{BBF80FC7-D448-4483-A6C9-4EAE4BE5CAF2}" destId="{C3C50DCF-AD83-48B8-84E3-B3AFA60C3F8D}" srcOrd="1" destOrd="0" presId="urn:microsoft.com/office/officeart/2018/5/layout/IconCircleLabelList"/>
    <dgm:cxn modelId="{C8E07313-64BE-4F3B-BA16-21C2243B78F0}" type="presParOf" srcId="{BBF80FC7-D448-4483-A6C9-4EAE4BE5CAF2}" destId="{DDDA15A8-587D-4B5D-A7BE-FB262C0CAF4E}" srcOrd="2" destOrd="0" presId="urn:microsoft.com/office/officeart/2018/5/layout/IconCircleLabelList"/>
    <dgm:cxn modelId="{11D46087-662B-4FB0-AB5B-1C6ADF8F217F}" type="presParOf" srcId="{DDDA15A8-587D-4B5D-A7BE-FB262C0CAF4E}" destId="{ADBD35B6-559C-4E4F-9574-4BA9274B6091}" srcOrd="0" destOrd="0" presId="urn:microsoft.com/office/officeart/2018/5/layout/IconCircleLabelList"/>
    <dgm:cxn modelId="{45305C69-A4D1-4592-BF1F-488F851C2E72}" type="presParOf" srcId="{DDDA15A8-587D-4B5D-A7BE-FB262C0CAF4E}" destId="{B868A014-8E16-413C-B8AE-3003DEB6A9F2}" srcOrd="1" destOrd="0" presId="urn:microsoft.com/office/officeart/2018/5/layout/IconCircleLabelList"/>
    <dgm:cxn modelId="{00612BFE-89DD-48E9-8E84-F5D1305A62BF}" type="presParOf" srcId="{DDDA15A8-587D-4B5D-A7BE-FB262C0CAF4E}" destId="{E48EBF2C-CCD0-4E01-9A73-A0DE921C18F0}" srcOrd="2" destOrd="0" presId="urn:microsoft.com/office/officeart/2018/5/layout/IconCircleLabelList"/>
    <dgm:cxn modelId="{8E9D7D65-FF3C-461D-A899-41626B03C0F6}" type="presParOf" srcId="{DDDA15A8-587D-4B5D-A7BE-FB262C0CAF4E}" destId="{0DCE97C5-E889-40B4-8BE0-94BAA197A527}" srcOrd="3" destOrd="0" presId="urn:microsoft.com/office/officeart/2018/5/layout/IconCircleLabelList"/>
    <dgm:cxn modelId="{5B069564-2257-4334-AB24-2BC45BA896A6}" type="presParOf" srcId="{BBF80FC7-D448-4483-A6C9-4EAE4BE5CAF2}" destId="{28600D5A-B3F1-42A9-A790-B2733331BD58}" srcOrd="3" destOrd="0" presId="urn:microsoft.com/office/officeart/2018/5/layout/IconCircleLabelList"/>
    <dgm:cxn modelId="{73B81779-D6F7-4B0E-900E-394D99B353B3}" type="presParOf" srcId="{BBF80FC7-D448-4483-A6C9-4EAE4BE5CAF2}" destId="{083D6136-A58E-46F1-A866-3D3D120706A2}" srcOrd="4" destOrd="0" presId="urn:microsoft.com/office/officeart/2018/5/layout/IconCircleLabelList"/>
    <dgm:cxn modelId="{D4A076EE-3EF2-468E-B65E-B43516881C15}" type="presParOf" srcId="{083D6136-A58E-46F1-A866-3D3D120706A2}" destId="{7C7730D2-6F5C-4C07-B6C9-7B78FB830E86}" srcOrd="0" destOrd="0" presId="urn:microsoft.com/office/officeart/2018/5/layout/IconCircleLabelList"/>
    <dgm:cxn modelId="{3B0ED5D5-CEF5-4086-B276-41E7BC4DD0AE}" type="presParOf" srcId="{083D6136-A58E-46F1-A866-3D3D120706A2}" destId="{73DE5867-8622-4ECE-BF05-C44C4A70ACD9}" srcOrd="1" destOrd="0" presId="urn:microsoft.com/office/officeart/2018/5/layout/IconCircleLabelList"/>
    <dgm:cxn modelId="{EFDFEEB2-8098-42CA-992E-9B3E09460CDA}" type="presParOf" srcId="{083D6136-A58E-46F1-A866-3D3D120706A2}" destId="{F4DE9A7E-7688-460B-B8B9-0ED123555AC3}" srcOrd="2" destOrd="0" presId="urn:microsoft.com/office/officeart/2018/5/layout/IconCircleLabelList"/>
    <dgm:cxn modelId="{0CE4EF0C-A9E0-4F18-9C12-E0A526EFDE2C}" type="presParOf" srcId="{083D6136-A58E-46F1-A866-3D3D120706A2}" destId="{9A1458B1-9A61-4DC2-8626-D1B5B6AAF481}" srcOrd="3" destOrd="0" presId="urn:microsoft.com/office/officeart/2018/5/layout/IconCircleLabelList"/>
    <dgm:cxn modelId="{AD1BB634-B780-4F0D-97D1-C03AC7A4ACA9}" type="presParOf" srcId="{BBF80FC7-D448-4483-A6C9-4EAE4BE5CAF2}" destId="{4724C23C-407F-482F-A2D0-67F596F6CFCA}" srcOrd="5" destOrd="0" presId="urn:microsoft.com/office/officeart/2018/5/layout/IconCircleLabelList"/>
    <dgm:cxn modelId="{43CD0A8C-F208-4397-9E4F-4EFDDD1C471F}" type="presParOf" srcId="{BBF80FC7-D448-4483-A6C9-4EAE4BE5CAF2}" destId="{6FE1ADDD-0990-4D75-A5D5-EF81AF9FA32C}" srcOrd="6" destOrd="0" presId="urn:microsoft.com/office/officeart/2018/5/layout/IconCircleLabelList"/>
    <dgm:cxn modelId="{2C86013F-9F2B-467E-A3C3-CC86A889A19A}" type="presParOf" srcId="{6FE1ADDD-0990-4D75-A5D5-EF81AF9FA32C}" destId="{36278FB6-E1FB-41C5-9E64-C3CD6347D9EE}" srcOrd="0" destOrd="0" presId="urn:microsoft.com/office/officeart/2018/5/layout/IconCircleLabelList"/>
    <dgm:cxn modelId="{C1E93950-F73E-4082-89BB-3EE260072231}" type="presParOf" srcId="{6FE1ADDD-0990-4D75-A5D5-EF81AF9FA32C}" destId="{DFA4AADF-7CE3-49CE-9266-1FF1685AE72B}" srcOrd="1" destOrd="0" presId="urn:microsoft.com/office/officeart/2018/5/layout/IconCircleLabelList"/>
    <dgm:cxn modelId="{38886F3A-5FC8-4985-9906-B5DF45B7232B}" type="presParOf" srcId="{6FE1ADDD-0990-4D75-A5D5-EF81AF9FA32C}" destId="{664BDC54-3C32-4107-A9C7-14DDE767E150}" srcOrd="2" destOrd="0" presId="urn:microsoft.com/office/officeart/2018/5/layout/IconCircleLabelList"/>
    <dgm:cxn modelId="{CD2EC769-493B-4B65-8116-E229A398DC8E}" type="presParOf" srcId="{6FE1ADDD-0990-4D75-A5D5-EF81AF9FA32C}" destId="{E1F920E6-D82F-406A-9C4B-D9A87DB39F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5DCBF4-6342-4BCC-9788-4179BC6D14ED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4D921A9-5679-4A37-AA0D-C493B1618A05}">
      <dgm:prSet phldrT="[文本]" custT="1"/>
      <dgm:spPr/>
      <dgm:t>
        <a:bodyPr/>
        <a:lstStyle/>
        <a:p>
          <a:r>
            <a:rPr lang="en-US" altLang="zh-CN" sz="2400"/>
            <a:t>MfxBase</a:t>
          </a:r>
          <a:endParaRPr lang="zh-CN" altLang="en-US" sz="800"/>
        </a:p>
      </dgm:t>
    </dgm:pt>
    <dgm:pt modelId="{B2811195-56CD-4005-A9EB-8BF92E7B643A}" type="parTrans" cxnId="{BDC874A4-36E7-48FB-8F67-749A24EC53BD}">
      <dgm:prSet/>
      <dgm:spPr/>
      <dgm:t>
        <a:bodyPr/>
        <a:lstStyle/>
        <a:p>
          <a:endParaRPr lang="zh-CN" altLang="en-US"/>
        </a:p>
      </dgm:t>
    </dgm:pt>
    <dgm:pt modelId="{E4CD907B-19A4-4A82-BF74-B38EA8E67FAF}" type="sibTrans" cxnId="{BDC874A4-36E7-48FB-8F67-749A24EC53BD}">
      <dgm:prSet/>
      <dgm:spPr/>
      <dgm:t>
        <a:bodyPr/>
        <a:lstStyle/>
        <a:p>
          <a:r>
            <a:rPr lang="en-US" altLang="zh-CN"/>
            <a:t>MfxGlide</a:t>
          </a:r>
          <a:r>
            <a:rPr lang="zh-CN" altLang="en-US"/>
            <a:t>绑定的对象</a:t>
          </a:r>
        </a:p>
      </dgm:t>
    </dgm:pt>
    <dgm:pt modelId="{AB15D94E-FA7B-4721-8AC2-AF703288286C}" type="asst">
      <dgm:prSet phldrT="[文本]"/>
      <dgm:spPr/>
      <dgm:t>
        <a:bodyPr/>
        <a:lstStyle/>
        <a:p>
          <a:r>
            <a:rPr lang="en-US" altLang="zh-CN"/>
            <a:t>MfxBase::</a:t>
          </a:r>
          <a:r>
            <a:rPr lang="en-US" altLang="en-US"/>
            <a:t>getObjectFuncName</a:t>
          </a:r>
          <a:r>
            <a:rPr lang="en-US" altLang="zh-CN"/>
            <a:t>(</a:t>
          </a:r>
          <a:r>
            <a:rPr lang="en-US" altLang="en-US"/>
            <a:t>getObjectName</a:t>
          </a:r>
          <a:r>
            <a:rPr lang="en-US" altLang="zh-CN"/>
            <a:t>*ret)</a:t>
          </a:r>
          <a:endParaRPr lang="zh-CN" altLang="en-US"/>
        </a:p>
      </dgm:t>
    </dgm:pt>
    <dgm:pt modelId="{EFBB3B89-7F0B-490B-B36B-E9CFCE094559}" type="parTrans" cxnId="{B41AFF02-E196-4ABB-A14F-2DB9C761ECCA}">
      <dgm:prSet/>
      <dgm:spPr/>
      <dgm:t>
        <a:bodyPr/>
        <a:lstStyle/>
        <a:p>
          <a:endParaRPr lang="zh-CN" altLang="en-US"/>
        </a:p>
      </dgm:t>
    </dgm:pt>
    <dgm:pt modelId="{5C1B8381-11D1-4B2F-B854-25D4A53A5F53}" type="sibTrans" cxnId="{B41AFF02-E196-4ABB-A14F-2DB9C761ECCA}">
      <dgm:prSet/>
      <dgm:spPr/>
      <dgm:t>
        <a:bodyPr/>
        <a:lstStyle/>
        <a:p>
          <a:endParaRPr lang="zh-CN" altLang="en-US"/>
        </a:p>
      </dgm:t>
    </dgm:pt>
    <dgm:pt modelId="{B4446B52-03EB-463F-9CF2-E55524C5C44A}">
      <dgm:prSet custT="1"/>
      <dgm:spPr/>
      <dgm:t>
        <a:bodyPr/>
        <a:lstStyle/>
        <a:p>
          <a:r>
            <a:rPr lang="en-US" altLang="en-US" sz="1000"/>
            <a:t>getObjectName::</a:t>
          </a:r>
          <a:r>
            <a:rPr lang="en-US" altLang="zh-CN" sz="1000"/>
            <a:t>getFuncName(LONG*)</a:t>
          </a:r>
          <a:endParaRPr lang="zh-CN" altLang="en-US" sz="1000"/>
        </a:p>
      </dgm:t>
    </dgm:pt>
    <dgm:pt modelId="{20A30EEB-EC68-41CB-9B67-2121181F4D57}" type="parTrans" cxnId="{74101D42-CCC7-455E-938F-BCF0BE7D1871}">
      <dgm:prSet/>
      <dgm:spPr/>
      <dgm:t>
        <a:bodyPr/>
        <a:lstStyle/>
        <a:p>
          <a:endParaRPr lang="zh-CN" altLang="en-US"/>
        </a:p>
      </dgm:t>
    </dgm:pt>
    <dgm:pt modelId="{ADF32957-7E4F-4E95-8FB5-51565A1CAA11}" type="sibTrans" cxnId="{74101D42-CCC7-455E-938F-BCF0BE7D1871}">
      <dgm:prSet/>
      <dgm:spPr/>
      <dgm:t>
        <a:bodyPr/>
        <a:lstStyle/>
        <a:p>
          <a:endParaRPr lang="zh-CN" altLang="en-US"/>
        </a:p>
      </dgm:t>
    </dgm:pt>
    <dgm:pt modelId="{1DFD2D5F-2520-4B87-98A0-C13CEB6B0513}">
      <dgm:prSet custT="1"/>
      <dgm:spPr/>
      <dgm:t>
        <a:bodyPr/>
        <a:lstStyle/>
        <a:p>
          <a:r>
            <a:rPr lang="en-US" altLang="en-US" sz="1000"/>
            <a:t>getObjectName::</a:t>
          </a:r>
          <a:r>
            <a:rPr lang="en-US" altLang="zh-CN" sz="1000"/>
            <a:t>getFuncName(LONG*)</a:t>
          </a:r>
          <a:endParaRPr lang="zh-CN" altLang="en-US" sz="1000"/>
        </a:p>
      </dgm:t>
    </dgm:pt>
    <dgm:pt modelId="{9CD1911B-22DF-4156-9D4F-4AB3FB966AAB}" type="parTrans" cxnId="{504B61C5-764F-469C-980E-21F2D1881150}">
      <dgm:prSet/>
      <dgm:spPr/>
      <dgm:t>
        <a:bodyPr/>
        <a:lstStyle/>
        <a:p>
          <a:endParaRPr lang="zh-CN" altLang="en-US"/>
        </a:p>
      </dgm:t>
    </dgm:pt>
    <dgm:pt modelId="{7FD54287-B0DE-4E2B-BEE8-EDC7AB3E9573}" type="sibTrans" cxnId="{504B61C5-764F-469C-980E-21F2D1881150}">
      <dgm:prSet/>
      <dgm:spPr/>
      <dgm:t>
        <a:bodyPr/>
        <a:lstStyle/>
        <a:p>
          <a:endParaRPr lang="zh-CN" altLang="en-US"/>
        </a:p>
      </dgm:t>
    </dgm:pt>
    <dgm:pt modelId="{3CAA4B25-A227-4609-85D0-CA3FB56BA1FB}" type="asst">
      <dgm:prSet/>
      <dgm:spPr/>
      <dgm:t>
        <a:bodyPr/>
        <a:lstStyle/>
        <a:p>
          <a:r>
            <a:rPr lang="en-US" altLang="zh-CN"/>
            <a:t>MfxBase::s</a:t>
          </a:r>
          <a:r>
            <a:rPr lang="en-US" altLang="en-US"/>
            <a:t>etObjectFuncName</a:t>
          </a:r>
          <a:r>
            <a:rPr lang="en-US" altLang="zh-CN"/>
            <a:t>(s</a:t>
          </a:r>
          <a:r>
            <a:rPr lang="en-US" altLang="en-US"/>
            <a:t>etObjectName</a:t>
          </a:r>
          <a:r>
            <a:rPr lang="en-US" altLang="zh-CN"/>
            <a:t>*set)</a:t>
          </a:r>
          <a:endParaRPr lang="zh-CN" altLang="en-US"/>
        </a:p>
      </dgm:t>
    </dgm:pt>
    <dgm:pt modelId="{57065945-5E76-4C2E-918A-45CB44AD3560}" type="sibTrans" cxnId="{32709F15-9C17-4165-AEE2-B84CAA3F51CA}">
      <dgm:prSet/>
      <dgm:spPr/>
      <dgm:t>
        <a:bodyPr/>
        <a:lstStyle/>
        <a:p>
          <a:endParaRPr lang="zh-CN" altLang="en-US"/>
        </a:p>
      </dgm:t>
    </dgm:pt>
    <dgm:pt modelId="{23675471-13B4-491A-8DA1-2DFFCA5C0E1A}" type="parTrans" cxnId="{32709F15-9C17-4165-AEE2-B84CAA3F51CA}">
      <dgm:prSet/>
      <dgm:spPr/>
      <dgm:t>
        <a:bodyPr/>
        <a:lstStyle/>
        <a:p>
          <a:endParaRPr lang="zh-CN" altLang="en-US"/>
        </a:p>
      </dgm:t>
    </dgm:pt>
    <dgm:pt modelId="{A1A8B91B-3A1D-44C8-8E65-BA6D706B1D37}">
      <dgm:prSet custT="1"/>
      <dgm:spPr/>
      <dgm:t>
        <a:bodyPr/>
        <a:lstStyle/>
        <a:p>
          <a:r>
            <a:rPr lang="en-US" altLang="zh-CN" sz="1000"/>
            <a:t>s</a:t>
          </a:r>
          <a:r>
            <a:rPr lang="en-US" altLang="en-US" sz="1000"/>
            <a:t>etObjectName::</a:t>
          </a:r>
          <a:r>
            <a:rPr lang="en-US" altLang="zh-CN" sz="1000"/>
            <a:t>setFuncName(LONG)</a:t>
          </a:r>
          <a:endParaRPr lang="zh-CN" altLang="en-US" sz="1000"/>
        </a:p>
      </dgm:t>
    </dgm:pt>
    <dgm:pt modelId="{52173529-4601-43D9-8E13-046BBFA4F2A6}" type="parTrans" cxnId="{11B5D076-679A-4409-8536-B458593CD4CF}">
      <dgm:prSet/>
      <dgm:spPr/>
      <dgm:t>
        <a:bodyPr/>
        <a:lstStyle/>
        <a:p>
          <a:endParaRPr lang="zh-CN" altLang="en-US"/>
        </a:p>
      </dgm:t>
    </dgm:pt>
    <dgm:pt modelId="{1C6F6ABC-9CC8-47B8-BDD6-F70E2B2261E7}" type="sibTrans" cxnId="{11B5D076-679A-4409-8536-B458593CD4CF}">
      <dgm:prSet/>
      <dgm:spPr/>
      <dgm:t>
        <a:bodyPr/>
        <a:lstStyle/>
        <a:p>
          <a:endParaRPr lang="zh-CN" altLang="en-US"/>
        </a:p>
      </dgm:t>
    </dgm:pt>
    <dgm:pt modelId="{D3B73680-CE45-4BD7-AE12-18F756D731F0}">
      <dgm:prSet custT="1"/>
      <dgm:spPr/>
      <dgm:t>
        <a:bodyPr/>
        <a:lstStyle/>
        <a:p>
          <a:r>
            <a:rPr lang="en-US" altLang="zh-CN" sz="1000"/>
            <a:t>s</a:t>
          </a:r>
          <a:r>
            <a:rPr lang="en-US" altLang="en-US" sz="1000"/>
            <a:t>etObjectName::</a:t>
          </a:r>
          <a:r>
            <a:rPr lang="en-US" altLang="zh-CN" sz="1000"/>
            <a:t>setFuncName(LONG)</a:t>
          </a:r>
          <a:endParaRPr lang="zh-CN" altLang="en-US" sz="1000"/>
        </a:p>
      </dgm:t>
    </dgm:pt>
    <dgm:pt modelId="{E8F70035-70D0-4E38-BA2E-A39854FF1DD6}" type="parTrans" cxnId="{F717D5D4-5DB2-45A3-9683-73CB5FAFECB2}">
      <dgm:prSet/>
      <dgm:spPr/>
      <dgm:t>
        <a:bodyPr/>
        <a:lstStyle/>
        <a:p>
          <a:endParaRPr lang="zh-CN" altLang="en-US"/>
        </a:p>
      </dgm:t>
    </dgm:pt>
    <dgm:pt modelId="{6FC37F25-26F5-48D5-BDC1-CB1CE805BE32}" type="sibTrans" cxnId="{F717D5D4-5DB2-45A3-9683-73CB5FAFECB2}">
      <dgm:prSet/>
      <dgm:spPr/>
      <dgm:t>
        <a:bodyPr/>
        <a:lstStyle/>
        <a:p>
          <a:endParaRPr lang="zh-CN" altLang="en-US"/>
        </a:p>
      </dgm:t>
    </dgm:pt>
    <dgm:pt modelId="{706D543D-5193-4AEB-9143-2970B58E0CE4}" type="pres">
      <dgm:prSet presAssocID="{945DCBF4-6342-4BCC-9788-4179BC6D14E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42CA69A-5DB8-485E-9903-DEC93C2B2C34}" type="pres">
      <dgm:prSet presAssocID="{D4D921A9-5679-4A37-AA0D-C493B1618A05}" presName="hierRoot1" presStyleCnt="0">
        <dgm:presLayoutVars>
          <dgm:hierBranch val="init"/>
        </dgm:presLayoutVars>
      </dgm:prSet>
      <dgm:spPr/>
    </dgm:pt>
    <dgm:pt modelId="{7119F6BD-CD93-4DCB-90B1-83ADEC224D9C}" type="pres">
      <dgm:prSet presAssocID="{D4D921A9-5679-4A37-AA0D-C493B1618A05}" presName="rootComposite1" presStyleCnt="0"/>
      <dgm:spPr/>
    </dgm:pt>
    <dgm:pt modelId="{62DFE3C2-68D3-48DA-B569-BF436D21BB9D}" type="pres">
      <dgm:prSet presAssocID="{D4D921A9-5679-4A37-AA0D-C493B1618A05}" presName="rootText1" presStyleLbl="node0" presStyleIdx="0" presStyleCnt="1">
        <dgm:presLayoutVars>
          <dgm:chMax/>
          <dgm:chPref val="3"/>
        </dgm:presLayoutVars>
      </dgm:prSet>
      <dgm:spPr/>
    </dgm:pt>
    <dgm:pt modelId="{4BA6049F-D197-4F90-83AC-9A733B6D02D3}" type="pres">
      <dgm:prSet presAssocID="{D4D921A9-5679-4A37-AA0D-C493B1618A05}" presName="titleText1" presStyleLbl="fgAcc0" presStyleIdx="0" presStyleCnt="1">
        <dgm:presLayoutVars>
          <dgm:chMax val="0"/>
          <dgm:chPref val="0"/>
        </dgm:presLayoutVars>
      </dgm:prSet>
      <dgm:spPr/>
    </dgm:pt>
    <dgm:pt modelId="{7D995075-58C9-4974-94A2-D36A242260BB}" type="pres">
      <dgm:prSet presAssocID="{D4D921A9-5679-4A37-AA0D-C493B1618A05}" presName="rootConnector1" presStyleLbl="node1" presStyleIdx="0" presStyleCnt="4"/>
      <dgm:spPr/>
    </dgm:pt>
    <dgm:pt modelId="{4CF07DCA-B648-4954-BBCB-F2A449ACDD97}" type="pres">
      <dgm:prSet presAssocID="{D4D921A9-5679-4A37-AA0D-C493B1618A05}" presName="hierChild2" presStyleCnt="0"/>
      <dgm:spPr/>
    </dgm:pt>
    <dgm:pt modelId="{787C021F-6E17-4D76-89A4-C9800FE68B0D}" type="pres">
      <dgm:prSet presAssocID="{D4D921A9-5679-4A37-AA0D-C493B1618A05}" presName="hierChild3" presStyleCnt="0"/>
      <dgm:spPr/>
    </dgm:pt>
    <dgm:pt modelId="{A565BF3C-548E-48E5-9CF5-B361D610D90C}" type="pres">
      <dgm:prSet presAssocID="{EFBB3B89-7F0B-490B-B36B-E9CFCE094559}" presName="Name96" presStyleLbl="parChTrans1D2" presStyleIdx="0" presStyleCnt="2"/>
      <dgm:spPr/>
    </dgm:pt>
    <dgm:pt modelId="{C6E3D8A8-0728-40A6-9B13-ABD18F647741}" type="pres">
      <dgm:prSet presAssocID="{AB15D94E-FA7B-4721-8AC2-AF703288286C}" presName="hierRoot3" presStyleCnt="0">
        <dgm:presLayoutVars>
          <dgm:hierBranch val="init"/>
        </dgm:presLayoutVars>
      </dgm:prSet>
      <dgm:spPr/>
    </dgm:pt>
    <dgm:pt modelId="{BF1389BD-D2D2-40C3-B765-7E695F57E3D8}" type="pres">
      <dgm:prSet presAssocID="{AB15D94E-FA7B-4721-8AC2-AF703288286C}" presName="rootComposite3" presStyleCnt="0"/>
      <dgm:spPr/>
    </dgm:pt>
    <dgm:pt modelId="{BE72EADF-F45E-4531-A049-BC2DE899E209}" type="pres">
      <dgm:prSet presAssocID="{AB15D94E-FA7B-4721-8AC2-AF703288286C}" presName="rootText3" presStyleLbl="asst1" presStyleIdx="0" presStyleCnt="2">
        <dgm:presLayoutVars>
          <dgm:chPref val="3"/>
        </dgm:presLayoutVars>
      </dgm:prSet>
      <dgm:spPr/>
    </dgm:pt>
    <dgm:pt modelId="{B36D386E-122E-4E77-91A6-3613AA928BD5}" type="pres">
      <dgm:prSet presAssocID="{AB15D94E-FA7B-4721-8AC2-AF703288286C}" presName="titleText3" presStyleLbl="fgAcc2" presStyleIdx="0" presStyleCnt="2">
        <dgm:presLayoutVars>
          <dgm:chMax val="0"/>
          <dgm:chPref val="0"/>
        </dgm:presLayoutVars>
      </dgm:prSet>
      <dgm:spPr/>
    </dgm:pt>
    <dgm:pt modelId="{02113A1E-0F4C-488D-B01B-DF197469CC49}" type="pres">
      <dgm:prSet presAssocID="{AB15D94E-FA7B-4721-8AC2-AF703288286C}" presName="rootConnector3" presStyleLbl="asst1" presStyleIdx="0" presStyleCnt="2"/>
      <dgm:spPr/>
    </dgm:pt>
    <dgm:pt modelId="{56A5A259-85BD-4C77-9E90-F6EE41C83889}" type="pres">
      <dgm:prSet presAssocID="{AB15D94E-FA7B-4721-8AC2-AF703288286C}" presName="hierChild6" presStyleCnt="0"/>
      <dgm:spPr/>
    </dgm:pt>
    <dgm:pt modelId="{D82C59B0-D2AA-4171-9D16-23E1AC396A4F}" type="pres">
      <dgm:prSet presAssocID="{20A30EEB-EC68-41CB-9B67-2121181F4D57}" presName="Name37" presStyleLbl="parChTrans1D3" presStyleIdx="0" presStyleCnt="4"/>
      <dgm:spPr/>
    </dgm:pt>
    <dgm:pt modelId="{6920B0B0-BAFA-441C-9216-C52CB4B06068}" type="pres">
      <dgm:prSet presAssocID="{B4446B52-03EB-463F-9CF2-E55524C5C44A}" presName="hierRoot2" presStyleCnt="0">
        <dgm:presLayoutVars>
          <dgm:hierBranch val="init"/>
        </dgm:presLayoutVars>
      </dgm:prSet>
      <dgm:spPr/>
    </dgm:pt>
    <dgm:pt modelId="{159C5720-FC47-477B-AFD5-248FD2498090}" type="pres">
      <dgm:prSet presAssocID="{B4446B52-03EB-463F-9CF2-E55524C5C44A}" presName="rootComposite" presStyleCnt="0"/>
      <dgm:spPr/>
    </dgm:pt>
    <dgm:pt modelId="{B0FB7178-9C66-4A13-A33B-9058C9F54B9D}" type="pres">
      <dgm:prSet presAssocID="{B4446B52-03EB-463F-9CF2-E55524C5C44A}" presName="rootText" presStyleLbl="node1" presStyleIdx="0" presStyleCnt="4">
        <dgm:presLayoutVars>
          <dgm:chMax/>
          <dgm:chPref val="3"/>
        </dgm:presLayoutVars>
      </dgm:prSet>
      <dgm:spPr/>
    </dgm:pt>
    <dgm:pt modelId="{25961F17-BC6E-4706-8897-CEF0CA6F8F39}" type="pres">
      <dgm:prSet presAssocID="{B4446B52-03EB-463F-9CF2-E55524C5C44A}" presName="titleText2" presStyleLbl="fgAcc1" presStyleIdx="0" presStyleCnt="4">
        <dgm:presLayoutVars>
          <dgm:chMax val="0"/>
          <dgm:chPref val="0"/>
        </dgm:presLayoutVars>
      </dgm:prSet>
      <dgm:spPr/>
    </dgm:pt>
    <dgm:pt modelId="{5727C241-7AD2-4931-8F6B-B2BAC0652450}" type="pres">
      <dgm:prSet presAssocID="{B4446B52-03EB-463F-9CF2-E55524C5C44A}" presName="rootConnector" presStyleLbl="node3" presStyleIdx="0" presStyleCnt="0"/>
      <dgm:spPr/>
    </dgm:pt>
    <dgm:pt modelId="{8510A329-DB29-401B-8E8D-FB6CFD966B5E}" type="pres">
      <dgm:prSet presAssocID="{B4446B52-03EB-463F-9CF2-E55524C5C44A}" presName="hierChild4" presStyleCnt="0"/>
      <dgm:spPr/>
    </dgm:pt>
    <dgm:pt modelId="{8A79FD1B-651F-421F-A3E4-AA3565CE4D11}" type="pres">
      <dgm:prSet presAssocID="{B4446B52-03EB-463F-9CF2-E55524C5C44A}" presName="hierChild5" presStyleCnt="0"/>
      <dgm:spPr/>
    </dgm:pt>
    <dgm:pt modelId="{59986423-DF49-4D35-A3F5-1BC640D80EAD}" type="pres">
      <dgm:prSet presAssocID="{9CD1911B-22DF-4156-9D4F-4AB3FB966AAB}" presName="Name37" presStyleLbl="parChTrans1D3" presStyleIdx="1" presStyleCnt="4"/>
      <dgm:spPr/>
    </dgm:pt>
    <dgm:pt modelId="{5928D65A-7C36-4022-8B15-26E23055FE0B}" type="pres">
      <dgm:prSet presAssocID="{1DFD2D5F-2520-4B87-98A0-C13CEB6B0513}" presName="hierRoot2" presStyleCnt="0">
        <dgm:presLayoutVars>
          <dgm:hierBranch val="init"/>
        </dgm:presLayoutVars>
      </dgm:prSet>
      <dgm:spPr/>
    </dgm:pt>
    <dgm:pt modelId="{052BC2AC-CAF0-4D57-8694-657BA04AEDCE}" type="pres">
      <dgm:prSet presAssocID="{1DFD2D5F-2520-4B87-98A0-C13CEB6B0513}" presName="rootComposite" presStyleCnt="0"/>
      <dgm:spPr/>
    </dgm:pt>
    <dgm:pt modelId="{F9234284-43EC-47F8-9976-5852CD2130FC}" type="pres">
      <dgm:prSet presAssocID="{1DFD2D5F-2520-4B87-98A0-C13CEB6B0513}" presName="rootText" presStyleLbl="node1" presStyleIdx="1" presStyleCnt="4">
        <dgm:presLayoutVars>
          <dgm:chMax/>
          <dgm:chPref val="3"/>
        </dgm:presLayoutVars>
      </dgm:prSet>
      <dgm:spPr/>
    </dgm:pt>
    <dgm:pt modelId="{E61D7CB5-E4C5-4DA3-9727-B97C8A452B17}" type="pres">
      <dgm:prSet presAssocID="{1DFD2D5F-2520-4B87-98A0-C13CEB6B0513}" presName="titleText2" presStyleLbl="fgAcc1" presStyleIdx="1" presStyleCnt="4">
        <dgm:presLayoutVars>
          <dgm:chMax val="0"/>
          <dgm:chPref val="0"/>
        </dgm:presLayoutVars>
      </dgm:prSet>
      <dgm:spPr/>
    </dgm:pt>
    <dgm:pt modelId="{6CCE5F36-6134-4960-8F07-67A769F2641F}" type="pres">
      <dgm:prSet presAssocID="{1DFD2D5F-2520-4B87-98A0-C13CEB6B0513}" presName="rootConnector" presStyleLbl="node3" presStyleIdx="0" presStyleCnt="0"/>
      <dgm:spPr/>
    </dgm:pt>
    <dgm:pt modelId="{A8B0C669-3CB3-41A0-BE55-0D36FD9BFCBF}" type="pres">
      <dgm:prSet presAssocID="{1DFD2D5F-2520-4B87-98A0-C13CEB6B0513}" presName="hierChild4" presStyleCnt="0"/>
      <dgm:spPr/>
    </dgm:pt>
    <dgm:pt modelId="{188AD8B2-DBA2-4692-801E-8A3FA2AE5E70}" type="pres">
      <dgm:prSet presAssocID="{1DFD2D5F-2520-4B87-98A0-C13CEB6B0513}" presName="hierChild5" presStyleCnt="0"/>
      <dgm:spPr/>
    </dgm:pt>
    <dgm:pt modelId="{3F9D096E-D9F2-430A-A73E-939582B35A3D}" type="pres">
      <dgm:prSet presAssocID="{AB15D94E-FA7B-4721-8AC2-AF703288286C}" presName="hierChild7" presStyleCnt="0"/>
      <dgm:spPr/>
    </dgm:pt>
    <dgm:pt modelId="{282BAA5F-E090-46B5-8DC4-D32990422264}" type="pres">
      <dgm:prSet presAssocID="{23675471-13B4-491A-8DA1-2DFFCA5C0E1A}" presName="Name96" presStyleLbl="parChTrans1D2" presStyleIdx="1" presStyleCnt="2"/>
      <dgm:spPr/>
    </dgm:pt>
    <dgm:pt modelId="{A75757D8-4E16-4EE7-8CEB-1404AC8A1864}" type="pres">
      <dgm:prSet presAssocID="{3CAA4B25-A227-4609-85D0-CA3FB56BA1FB}" presName="hierRoot3" presStyleCnt="0">
        <dgm:presLayoutVars>
          <dgm:hierBranch val="init"/>
        </dgm:presLayoutVars>
      </dgm:prSet>
      <dgm:spPr/>
    </dgm:pt>
    <dgm:pt modelId="{0B1BCF1B-A372-4C62-A887-CA08E8978F4E}" type="pres">
      <dgm:prSet presAssocID="{3CAA4B25-A227-4609-85D0-CA3FB56BA1FB}" presName="rootComposite3" presStyleCnt="0"/>
      <dgm:spPr/>
    </dgm:pt>
    <dgm:pt modelId="{A3CCD869-5BE6-4445-955C-6D5F0EAC46AA}" type="pres">
      <dgm:prSet presAssocID="{3CAA4B25-A227-4609-85D0-CA3FB56BA1FB}" presName="rootText3" presStyleLbl="asst1" presStyleIdx="1" presStyleCnt="2">
        <dgm:presLayoutVars>
          <dgm:chPref val="3"/>
        </dgm:presLayoutVars>
      </dgm:prSet>
      <dgm:spPr/>
    </dgm:pt>
    <dgm:pt modelId="{37A3C44C-13D6-4561-809A-404C7C259C8B}" type="pres">
      <dgm:prSet presAssocID="{3CAA4B25-A227-4609-85D0-CA3FB56BA1FB}" presName="titleText3" presStyleLbl="fgAcc2" presStyleIdx="1" presStyleCnt="2">
        <dgm:presLayoutVars>
          <dgm:chMax val="0"/>
          <dgm:chPref val="0"/>
        </dgm:presLayoutVars>
      </dgm:prSet>
      <dgm:spPr/>
    </dgm:pt>
    <dgm:pt modelId="{BEC24589-D33F-4BF3-BCB3-8318DA2F5FB0}" type="pres">
      <dgm:prSet presAssocID="{3CAA4B25-A227-4609-85D0-CA3FB56BA1FB}" presName="rootConnector3" presStyleLbl="asst1" presStyleIdx="1" presStyleCnt="2"/>
      <dgm:spPr/>
    </dgm:pt>
    <dgm:pt modelId="{A7D14261-FCC9-4C54-831B-A2C572442768}" type="pres">
      <dgm:prSet presAssocID="{3CAA4B25-A227-4609-85D0-CA3FB56BA1FB}" presName="hierChild6" presStyleCnt="0"/>
      <dgm:spPr/>
    </dgm:pt>
    <dgm:pt modelId="{DCEEC507-6299-445B-8F80-85DFF61A1F6D}" type="pres">
      <dgm:prSet presAssocID="{52173529-4601-43D9-8E13-046BBFA4F2A6}" presName="Name37" presStyleLbl="parChTrans1D3" presStyleIdx="2" presStyleCnt="4"/>
      <dgm:spPr/>
    </dgm:pt>
    <dgm:pt modelId="{8609C898-2FD3-42F8-8A2A-9718A20C0E71}" type="pres">
      <dgm:prSet presAssocID="{A1A8B91B-3A1D-44C8-8E65-BA6D706B1D37}" presName="hierRoot2" presStyleCnt="0">
        <dgm:presLayoutVars>
          <dgm:hierBranch val="init"/>
        </dgm:presLayoutVars>
      </dgm:prSet>
      <dgm:spPr/>
    </dgm:pt>
    <dgm:pt modelId="{F7197DC9-B5A2-4323-B210-9A6D552EFB10}" type="pres">
      <dgm:prSet presAssocID="{A1A8B91B-3A1D-44C8-8E65-BA6D706B1D37}" presName="rootComposite" presStyleCnt="0"/>
      <dgm:spPr/>
    </dgm:pt>
    <dgm:pt modelId="{7CC8453A-49C9-4F7A-9052-FB4E382AD103}" type="pres">
      <dgm:prSet presAssocID="{A1A8B91B-3A1D-44C8-8E65-BA6D706B1D37}" presName="rootText" presStyleLbl="node1" presStyleIdx="2" presStyleCnt="4">
        <dgm:presLayoutVars>
          <dgm:chMax/>
          <dgm:chPref val="3"/>
        </dgm:presLayoutVars>
      </dgm:prSet>
      <dgm:spPr/>
    </dgm:pt>
    <dgm:pt modelId="{D4075729-4E0B-4D51-9263-8777667A5D90}" type="pres">
      <dgm:prSet presAssocID="{A1A8B91B-3A1D-44C8-8E65-BA6D706B1D37}" presName="titleText2" presStyleLbl="fgAcc1" presStyleIdx="2" presStyleCnt="4">
        <dgm:presLayoutVars>
          <dgm:chMax val="0"/>
          <dgm:chPref val="0"/>
        </dgm:presLayoutVars>
      </dgm:prSet>
      <dgm:spPr/>
    </dgm:pt>
    <dgm:pt modelId="{2A9DEF25-2873-4C20-94E4-CDF5EF384206}" type="pres">
      <dgm:prSet presAssocID="{A1A8B91B-3A1D-44C8-8E65-BA6D706B1D37}" presName="rootConnector" presStyleLbl="node3" presStyleIdx="0" presStyleCnt="0"/>
      <dgm:spPr/>
    </dgm:pt>
    <dgm:pt modelId="{E25388F8-F022-4528-A930-3865D6C2029D}" type="pres">
      <dgm:prSet presAssocID="{A1A8B91B-3A1D-44C8-8E65-BA6D706B1D37}" presName="hierChild4" presStyleCnt="0"/>
      <dgm:spPr/>
    </dgm:pt>
    <dgm:pt modelId="{1F8F92C4-10C2-4E3B-BFAB-B4CC93DA1C90}" type="pres">
      <dgm:prSet presAssocID="{A1A8B91B-3A1D-44C8-8E65-BA6D706B1D37}" presName="hierChild5" presStyleCnt="0"/>
      <dgm:spPr/>
    </dgm:pt>
    <dgm:pt modelId="{26DCB04F-34A1-4D82-88E0-5869C25D444C}" type="pres">
      <dgm:prSet presAssocID="{E8F70035-70D0-4E38-BA2E-A39854FF1DD6}" presName="Name37" presStyleLbl="parChTrans1D3" presStyleIdx="3" presStyleCnt="4"/>
      <dgm:spPr/>
    </dgm:pt>
    <dgm:pt modelId="{ED72593C-8098-466B-BBC0-8BA4CC19769B}" type="pres">
      <dgm:prSet presAssocID="{D3B73680-CE45-4BD7-AE12-18F756D731F0}" presName="hierRoot2" presStyleCnt="0">
        <dgm:presLayoutVars>
          <dgm:hierBranch val="init"/>
        </dgm:presLayoutVars>
      </dgm:prSet>
      <dgm:spPr/>
    </dgm:pt>
    <dgm:pt modelId="{B01FF5AC-876E-4CC3-8C88-C8FEA4DBA920}" type="pres">
      <dgm:prSet presAssocID="{D3B73680-CE45-4BD7-AE12-18F756D731F0}" presName="rootComposite" presStyleCnt="0"/>
      <dgm:spPr/>
    </dgm:pt>
    <dgm:pt modelId="{5C197799-4428-4819-A7E3-9E5D3F144005}" type="pres">
      <dgm:prSet presAssocID="{D3B73680-CE45-4BD7-AE12-18F756D731F0}" presName="rootText" presStyleLbl="node1" presStyleIdx="3" presStyleCnt="4">
        <dgm:presLayoutVars>
          <dgm:chMax/>
          <dgm:chPref val="3"/>
        </dgm:presLayoutVars>
      </dgm:prSet>
      <dgm:spPr/>
    </dgm:pt>
    <dgm:pt modelId="{1FA89BCE-2BFD-4516-97B2-4157CD59B1A5}" type="pres">
      <dgm:prSet presAssocID="{D3B73680-CE45-4BD7-AE12-18F756D731F0}" presName="titleText2" presStyleLbl="fgAcc1" presStyleIdx="3" presStyleCnt="4">
        <dgm:presLayoutVars>
          <dgm:chMax val="0"/>
          <dgm:chPref val="0"/>
        </dgm:presLayoutVars>
      </dgm:prSet>
      <dgm:spPr/>
    </dgm:pt>
    <dgm:pt modelId="{5E49FBAE-78A6-42C9-B77F-36735853890A}" type="pres">
      <dgm:prSet presAssocID="{D3B73680-CE45-4BD7-AE12-18F756D731F0}" presName="rootConnector" presStyleLbl="node3" presStyleIdx="0" presStyleCnt="0"/>
      <dgm:spPr/>
    </dgm:pt>
    <dgm:pt modelId="{5DB8C7F7-7B12-4BC1-8206-93A016096C3C}" type="pres">
      <dgm:prSet presAssocID="{D3B73680-CE45-4BD7-AE12-18F756D731F0}" presName="hierChild4" presStyleCnt="0"/>
      <dgm:spPr/>
    </dgm:pt>
    <dgm:pt modelId="{FD7772BB-0739-4A6D-A320-61A003FBCB97}" type="pres">
      <dgm:prSet presAssocID="{D3B73680-CE45-4BD7-AE12-18F756D731F0}" presName="hierChild5" presStyleCnt="0"/>
      <dgm:spPr/>
    </dgm:pt>
    <dgm:pt modelId="{25286506-DA00-462D-BEEC-241D5C705009}" type="pres">
      <dgm:prSet presAssocID="{3CAA4B25-A227-4609-85D0-CA3FB56BA1FB}" presName="hierChild7" presStyleCnt="0"/>
      <dgm:spPr/>
    </dgm:pt>
  </dgm:ptLst>
  <dgm:cxnLst>
    <dgm:cxn modelId="{B41AFF02-E196-4ABB-A14F-2DB9C761ECCA}" srcId="{D4D921A9-5679-4A37-AA0D-C493B1618A05}" destId="{AB15D94E-FA7B-4721-8AC2-AF703288286C}" srcOrd="0" destOrd="0" parTransId="{EFBB3B89-7F0B-490B-B36B-E9CFCE094559}" sibTransId="{5C1B8381-11D1-4B2F-B854-25D4A53A5F53}"/>
    <dgm:cxn modelId="{9BEF6E04-C8DF-4058-A69E-1F04292BA242}" type="presOf" srcId="{20A30EEB-EC68-41CB-9B67-2121181F4D57}" destId="{D82C59B0-D2AA-4171-9D16-23E1AC396A4F}" srcOrd="0" destOrd="0" presId="urn:microsoft.com/office/officeart/2008/layout/NameandTitleOrganizationalChart"/>
    <dgm:cxn modelId="{65D3C40F-961D-4E4A-8989-9823DFE5A616}" type="presOf" srcId="{52173529-4601-43D9-8E13-046BBFA4F2A6}" destId="{DCEEC507-6299-445B-8F80-85DFF61A1F6D}" srcOrd="0" destOrd="0" presId="urn:microsoft.com/office/officeart/2008/layout/NameandTitleOrganizationalChart"/>
    <dgm:cxn modelId="{32709F15-9C17-4165-AEE2-B84CAA3F51CA}" srcId="{D4D921A9-5679-4A37-AA0D-C493B1618A05}" destId="{3CAA4B25-A227-4609-85D0-CA3FB56BA1FB}" srcOrd="1" destOrd="0" parTransId="{23675471-13B4-491A-8DA1-2DFFCA5C0E1A}" sibTransId="{57065945-5E76-4C2E-918A-45CB44AD3560}"/>
    <dgm:cxn modelId="{4F05392F-C243-4C6F-B08D-B11145BC58AB}" type="presOf" srcId="{D4D921A9-5679-4A37-AA0D-C493B1618A05}" destId="{62DFE3C2-68D3-48DA-B569-BF436D21BB9D}" srcOrd="0" destOrd="0" presId="urn:microsoft.com/office/officeart/2008/layout/NameandTitleOrganizationalChart"/>
    <dgm:cxn modelId="{DE0C3A2F-7843-45B9-B9C8-C00F76B3A45E}" type="presOf" srcId="{D3B73680-CE45-4BD7-AE12-18F756D731F0}" destId="{5C197799-4428-4819-A7E3-9E5D3F144005}" srcOrd="0" destOrd="0" presId="urn:microsoft.com/office/officeart/2008/layout/NameandTitleOrganizationalChart"/>
    <dgm:cxn modelId="{7E162637-DB10-4406-BC4B-6314C83A8583}" type="presOf" srcId="{E4CD907B-19A4-4A82-BF74-B38EA8E67FAF}" destId="{4BA6049F-D197-4F90-83AC-9A733B6D02D3}" srcOrd="0" destOrd="0" presId="urn:microsoft.com/office/officeart/2008/layout/NameandTitleOrganizationalChart"/>
    <dgm:cxn modelId="{AF0E593A-F7E8-4689-A358-B8B419AC1D39}" type="presOf" srcId="{A1A8B91B-3A1D-44C8-8E65-BA6D706B1D37}" destId="{7CC8453A-49C9-4F7A-9052-FB4E382AD103}" srcOrd="0" destOrd="0" presId="urn:microsoft.com/office/officeart/2008/layout/NameandTitleOrganizationalChart"/>
    <dgm:cxn modelId="{9C8D173C-46C9-44EA-A6D2-CA8D2EBF06C5}" type="presOf" srcId="{6FC37F25-26F5-48D5-BDC1-CB1CE805BE32}" destId="{1FA89BCE-2BFD-4516-97B2-4157CD59B1A5}" srcOrd="0" destOrd="0" presId="urn:microsoft.com/office/officeart/2008/layout/NameandTitleOrganizationalChart"/>
    <dgm:cxn modelId="{74101D42-CCC7-455E-938F-BCF0BE7D1871}" srcId="{AB15D94E-FA7B-4721-8AC2-AF703288286C}" destId="{B4446B52-03EB-463F-9CF2-E55524C5C44A}" srcOrd="0" destOrd="0" parTransId="{20A30EEB-EC68-41CB-9B67-2121181F4D57}" sibTransId="{ADF32957-7E4F-4E95-8FB5-51565A1CAA11}"/>
    <dgm:cxn modelId="{46940F44-2C9C-4350-B38D-869D6B275B7C}" type="presOf" srcId="{23675471-13B4-491A-8DA1-2DFFCA5C0E1A}" destId="{282BAA5F-E090-46B5-8DC4-D32990422264}" srcOrd="0" destOrd="0" presId="urn:microsoft.com/office/officeart/2008/layout/NameandTitleOrganizationalChart"/>
    <dgm:cxn modelId="{0B468F46-B685-45EC-B153-87A05B46CF65}" type="presOf" srcId="{B4446B52-03EB-463F-9CF2-E55524C5C44A}" destId="{B0FB7178-9C66-4A13-A33B-9058C9F54B9D}" srcOrd="0" destOrd="0" presId="urn:microsoft.com/office/officeart/2008/layout/NameandTitleOrganizationalChart"/>
    <dgm:cxn modelId="{25B2FA67-5D54-4523-B182-9D5E7106B874}" type="presOf" srcId="{D4D921A9-5679-4A37-AA0D-C493B1618A05}" destId="{7D995075-58C9-4974-94A2-D36A242260BB}" srcOrd="1" destOrd="0" presId="urn:microsoft.com/office/officeart/2008/layout/NameandTitleOrganizationalChart"/>
    <dgm:cxn modelId="{9281F26B-5BF0-47DE-87CC-84CF2EE6201C}" type="presOf" srcId="{1DFD2D5F-2520-4B87-98A0-C13CEB6B0513}" destId="{F9234284-43EC-47F8-9976-5852CD2130FC}" srcOrd="0" destOrd="0" presId="urn:microsoft.com/office/officeart/2008/layout/NameandTitleOrganizationalChart"/>
    <dgm:cxn modelId="{CE1DCE70-169A-4555-A419-551D38F6FC55}" type="presOf" srcId="{1C6F6ABC-9CC8-47B8-BDD6-F70E2B2261E7}" destId="{D4075729-4E0B-4D51-9263-8777667A5D90}" srcOrd="0" destOrd="0" presId="urn:microsoft.com/office/officeart/2008/layout/NameandTitleOrganizationalChart"/>
    <dgm:cxn modelId="{11B5D076-679A-4409-8536-B458593CD4CF}" srcId="{3CAA4B25-A227-4609-85D0-CA3FB56BA1FB}" destId="{A1A8B91B-3A1D-44C8-8E65-BA6D706B1D37}" srcOrd="0" destOrd="0" parTransId="{52173529-4601-43D9-8E13-046BBFA4F2A6}" sibTransId="{1C6F6ABC-9CC8-47B8-BDD6-F70E2B2261E7}"/>
    <dgm:cxn modelId="{A6216977-7AED-4B0B-9019-DC4C68461CD3}" type="presOf" srcId="{945DCBF4-6342-4BCC-9788-4179BC6D14ED}" destId="{706D543D-5193-4AEB-9143-2970B58E0CE4}" srcOrd="0" destOrd="0" presId="urn:microsoft.com/office/officeart/2008/layout/NameandTitleOrganizationalChart"/>
    <dgm:cxn modelId="{087BA559-6423-4076-9A5C-7620871B428F}" type="presOf" srcId="{AB15D94E-FA7B-4721-8AC2-AF703288286C}" destId="{BE72EADF-F45E-4531-A049-BC2DE899E209}" srcOrd="0" destOrd="0" presId="urn:microsoft.com/office/officeart/2008/layout/NameandTitleOrganizationalChart"/>
    <dgm:cxn modelId="{5EF6195A-950C-406F-9B43-2F6D1D183492}" type="presOf" srcId="{A1A8B91B-3A1D-44C8-8E65-BA6D706B1D37}" destId="{2A9DEF25-2873-4C20-94E4-CDF5EF384206}" srcOrd="1" destOrd="0" presId="urn:microsoft.com/office/officeart/2008/layout/NameandTitleOrganizationalChart"/>
    <dgm:cxn modelId="{410B8D7C-A5B6-426F-BE5D-8B66EB396CA1}" type="presOf" srcId="{AB15D94E-FA7B-4721-8AC2-AF703288286C}" destId="{02113A1E-0F4C-488D-B01B-DF197469CC49}" srcOrd="1" destOrd="0" presId="urn:microsoft.com/office/officeart/2008/layout/NameandTitleOrganizationalChart"/>
    <dgm:cxn modelId="{D5847482-A9EC-4C4E-8B94-1D306CA21CBA}" type="presOf" srcId="{1DFD2D5F-2520-4B87-98A0-C13CEB6B0513}" destId="{6CCE5F36-6134-4960-8F07-67A769F2641F}" srcOrd="1" destOrd="0" presId="urn:microsoft.com/office/officeart/2008/layout/NameandTitleOrganizationalChart"/>
    <dgm:cxn modelId="{B465518D-8FEC-42C2-AFC8-DC79C1318CC6}" type="presOf" srcId="{ADF32957-7E4F-4E95-8FB5-51565A1CAA11}" destId="{25961F17-BC6E-4706-8897-CEF0CA6F8F39}" srcOrd="0" destOrd="0" presId="urn:microsoft.com/office/officeart/2008/layout/NameandTitleOrganizationalChart"/>
    <dgm:cxn modelId="{22E7AD93-9A4D-4941-AE48-3490F842961F}" type="presOf" srcId="{EFBB3B89-7F0B-490B-B36B-E9CFCE094559}" destId="{A565BF3C-548E-48E5-9CF5-B361D610D90C}" srcOrd="0" destOrd="0" presId="urn:microsoft.com/office/officeart/2008/layout/NameandTitleOrganizationalChart"/>
    <dgm:cxn modelId="{836F0096-5BFE-4F75-9187-ED1AF4F46396}" type="presOf" srcId="{3CAA4B25-A227-4609-85D0-CA3FB56BA1FB}" destId="{A3CCD869-5BE6-4445-955C-6D5F0EAC46AA}" srcOrd="0" destOrd="0" presId="urn:microsoft.com/office/officeart/2008/layout/NameandTitleOrganizationalChart"/>
    <dgm:cxn modelId="{AEF62399-584A-4C87-9C45-07A173A84556}" type="presOf" srcId="{7FD54287-B0DE-4E2B-BEE8-EDC7AB3E9573}" destId="{E61D7CB5-E4C5-4DA3-9727-B97C8A452B17}" srcOrd="0" destOrd="0" presId="urn:microsoft.com/office/officeart/2008/layout/NameandTitleOrganizationalChart"/>
    <dgm:cxn modelId="{BDC874A4-36E7-48FB-8F67-749A24EC53BD}" srcId="{945DCBF4-6342-4BCC-9788-4179BC6D14ED}" destId="{D4D921A9-5679-4A37-AA0D-C493B1618A05}" srcOrd="0" destOrd="0" parTransId="{B2811195-56CD-4005-A9EB-8BF92E7B643A}" sibTransId="{E4CD907B-19A4-4A82-BF74-B38EA8E67FAF}"/>
    <dgm:cxn modelId="{107898B3-8A8A-4218-B412-1736C5881229}" type="presOf" srcId="{E8F70035-70D0-4E38-BA2E-A39854FF1DD6}" destId="{26DCB04F-34A1-4D82-88E0-5869C25D444C}" srcOrd="0" destOrd="0" presId="urn:microsoft.com/office/officeart/2008/layout/NameandTitleOrganizationalChart"/>
    <dgm:cxn modelId="{F58D04BA-4626-44F5-82E9-9FD972678EE9}" type="presOf" srcId="{3CAA4B25-A227-4609-85D0-CA3FB56BA1FB}" destId="{BEC24589-D33F-4BF3-BCB3-8318DA2F5FB0}" srcOrd="1" destOrd="0" presId="urn:microsoft.com/office/officeart/2008/layout/NameandTitleOrganizationalChart"/>
    <dgm:cxn modelId="{504B61C5-764F-469C-980E-21F2D1881150}" srcId="{AB15D94E-FA7B-4721-8AC2-AF703288286C}" destId="{1DFD2D5F-2520-4B87-98A0-C13CEB6B0513}" srcOrd="1" destOrd="0" parTransId="{9CD1911B-22DF-4156-9D4F-4AB3FB966AAB}" sibTransId="{7FD54287-B0DE-4E2B-BEE8-EDC7AB3E9573}"/>
    <dgm:cxn modelId="{D47409C7-FB8D-4F5F-87D2-9DB4BF700443}" type="presOf" srcId="{5C1B8381-11D1-4B2F-B854-25D4A53A5F53}" destId="{B36D386E-122E-4E77-91A6-3613AA928BD5}" srcOrd="0" destOrd="0" presId="urn:microsoft.com/office/officeart/2008/layout/NameandTitleOrganizationalChart"/>
    <dgm:cxn modelId="{7EF91DCF-27C6-4D42-9B07-D6BB0AB2E283}" type="presOf" srcId="{9CD1911B-22DF-4156-9D4F-4AB3FB966AAB}" destId="{59986423-DF49-4D35-A3F5-1BC640D80EAD}" srcOrd="0" destOrd="0" presId="urn:microsoft.com/office/officeart/2008/layout/NameandTitleOrganizationalChart"/>
    <dgm:cxn modelId="{F717D5D4-5DB2-45A3-9683-73CB5FAFECB2}" srcId="{3CAA4B25-A227-4609-85D0-CA3FB56BA1FB}" destId="{D3B73680-CE45-4BD7-AE12-18F756D731F0}" srcOrd="1" destOrd="0" parTransId="{E8F70035-70D0-4E38-BA2E-A39854FF1DD6}" sibTransId="{6FC37F25-26F5-48D5-BDC1-CB1CE805BE32}"/>
    <dgm:cxn modelId="{41FB7BFE-2CB1-4CFE-A67C-DB650D5DA1A6}" type="presOf" srcId="{57065945-5E76-4C2E-918A-45CB44AD3560}" destId="{37A3C44C-13D6-4561-809A-404C7C259C8B}" srcOrd="0" destOrd="0" presId="urn:microsoft.com/office/officeart/2008/layout/NameandTitleOrganizationalChart"/>
    <dgm:cxn modelId="{85857AFF-7143-4B75-A493-360175687EBB}" type="presOf" srcId="{B4446B52-03EB-463F-9CF2-E55524C5C44A}" destId="{5727C241-7AD2-4931-8F6B-B2BAC0652450}" srcOrd="1" destOrd="0" presId="urn:microsoft.com/office/officeart/2008/layout/NameandTitleOrganizationalChart"/>
    <dgm:cxn modelId="{4FD7B5FF-1476-4325-B01C-2F3E78F252B3}" type="presOf" srcId="{D3B73680-CE45-4BD7-AE12-18F756D731F0}" destId="{5E49FBAE-78A6-42C9-B77F-36735853890A}" srcOrd="1" destOrd="0" presId="urn:microsoft.com/office/officeart/2008/layout/NameandTitleOrganizationalChart"/>
    <dgm:cxn modelId="{2532E01E-52FB-4344-8D7C-B17FA1B90601}" type="presParOf" srcId="{706D543D-5193-4AEB-9143-2970B58E0CE4}" destId="{D42CA69A-5DB8-485E-9903-DEC93C2B2C34}" srcOrd="0" destOrd="0" presId="urn:microsoft.com/office/officeart/2008/layout/NameandTitleOrganizationalChart"/>
    <dgm:cxn modelId="{C030A9EA-56F8-48D7-8BEA-83CC190902A9}" type="presParOf" srcId="{D42CA69A-5DB8-485E-9903-DEC93C2B2C34}" destId="{7119F6BD-CD93-4DCB-90B1-83ADEC224D9C}" srcOrd="0" destOrd="0" presId="urn:microsoft.com/office/officeart/2008/layout/NameandTitleOrganizationalChart"/>
    <dgm:cxn modelId="{4C41C4EE-4E40-448C-A7AC-C991ED93BE67}" type="presParOf" srcId="{7119F6BD-CD93-4DCB-90B1-83ADEC224D9C}" destId="{62DFE3C2-68D3-48DA-B569-BF436D21BB9D}" srcOrd="0" destOrd="0" presId="urn:microsoft.com/office/officeart/2008/layout/NameandTitleOrganizationalChart"/>
    <dgm:cxn modelId="{AC7BB3E8-AF67-4540-AA26-35545C26A03F}" type="presParOf" srcId="{7119F6BD-CD93-4DCB-90B1-83ADEC224D9C}" destId="{4BA6049F-D197-4F90-83AC-9A733B6D02D3}" srcOrd="1" destOrd="0" presId="urn:microsoft.com/office/officeart/2008/layout/NameandTitleOrganizationalChart"/>
    <dgm:cxn modelId="{D6CB7871-5DDE-49F1-8D2B-301F3B5C65E8}" type="presParOf" srcId="{7119F6BD-CD93-4DCB-90B1-83ADEC224D9C}" destId="{7D995075-58C9-4974-94A2-D36A242260BB}" srcOrd="2" destOrd="0" presId="urn:microsoft.com/office/officeart/2008/layout/NameandTitleOrganizationalChart"/>
    <dgm:cxn modelId="{D7BE2309-504B-4D30-83C7-F4F364E7DC07}" type="presParOf" srcId="{D42CA69A-5DB8-485E-9903-DEC93C2B2C34}" destId="{4CF07DCA-B648-4954-BBCB-F2A449ACDD97}" srcOrd="1" destOrd="0" presId="urn:microsoft.com/office/officeart/2008/layout/NameandTitleOrganizationalChart"/>
    <dgm:cxn modelId="{FA2900DD-043A-49A9-BF0D-EB07068E1072}" type="presParOf" srcId="{D42CA69A-5DB8-485E-9903-DEC93C2B2C34}" destId="{787C021F-6E17-4D76-89A4-C9800FE68B0D}" srcOrd="2" destOrd="0" presId="urn:microsoft.com/office/officeart/2008/layout/NameandTitleOrganizationalChart"/>
    <dgm:cxn modelId="{CD650BA9-99AA-4AE4-8354-604E576D5593}" type="presParOf" srcId="{787C021F-6E17-4D76-89A4-C9800FE68B0D}" destId="{A565BF3C-548E-48E5-9CF5-B361D610D90C}" srcOrd="0" destOrd="0" presId="urn:microsoft.com/office/officeart/2008/layout/NameandTitleOrganizationalChart"/>
    <dgm:cxn modelId="{BEE0EEF4-AF40-4DF9-B12E-5642910ED98B}" type="presParOf" srcId="{787C021F-6E17-4D76-89A4-C9800FE68B0D}" destId="{C6E3D8A8-0728-40A6-9B13-ABD18F647741}" srcOrd="1" destOrd="0" presId="urn:microsoft.com/office/officeart/2008/layout/NameandTitleOrganizationalChart"/>
    <dgm:cxn modelId="{B9AFF0D0-FD26-4A2E-897F-7F0519707ABB}" type="presParOf" srcId="{C6E3D8A8-0728-40A6-9B13-ABD18F647741}" destId="{BF1389BD-D2D2-40C3-B765-7E695F57E3D8}" srcOrd="0" destOrd="0" presId="urn:microsoft.com/office/officeart/2008/layout/NameandTitleOrganizationalChart"/>
    <dgm:cxn modelId="{B4F4D6B4-5DFD-4CFC-918E-B9FF89AA8049}" type="presParOf" srcId="{BF1389BD-D2D2-40C3-B765-7E695F57E3D8}" destId="{BE72EADF-F45E-4531-A049-BC2DE899E209}" srcOrd="0" destOrd="0" presId="urn:microsoft.com/office/officeart/2008/layout/NameandTitleOrganizationalChart"/>
    <dgm:cxn modelId="{717680D1-EB0A-4A33-BC4E-EC6D18D4881D}" type="presParOf" srcId="{BF1389BD-D2D2-40C3-B765-7E695F57E3D8}" destId="{B36D386E-122E-4E77-91A6-3613AA928BD5}" srcOrd="1" destOrd="0" presId="urn:microsoft.com/office/officeart/2008/layout/NameandTitleOrganizationalChart"/>
    <dgm:cxn modelId="{0D2EB122-FFF5-4847-A0F9-E251FE9D8DDE}" type="presParOf" srcId="{BF1389BD-D2D2-40C3-B765-7E695F57E3D8}" destId="{02113A1E-0F4C-488D-B01B-DF197469CC49}" srcOrd="2" destOrd="0" presId="urn:microsoft.com/office/officeart/2008/layout/NameandTitleOrganizationalChart"/>
    <dgm:cxn modelId="{B1237955-1BAD-4034-9EFD-0D1F6C90291C}" type="presParOf" srcId="{C6E3D8A8-0728-40A6-9B13-ABD18F647741}" destId="{56A5A259-85BD-4C77-9E90-F6EE41C83889}" srcOrd="1" destOrd="0" presId="urn:microsoft.com/office/officeart/2008/layout/NameandTitleOrganizationalChart"/>
    <dgm:cxn modelId="{A25375DA-6380-475C-89D0-64A3207B8D96}" type="presParOf" srcId="{56A5A259-85BD-4C77-9E90-F6EE41C83889}" destId="{D82C59B0-D2AA-4171-9D16-23E1AC396A4F}" srcOrd="0" destOrd="0" presId="urn:microsoft.com/office/officeart/2008/layout/NameandTitleOrganizationalChart"/>
    <dgm:cxn modelId="{BB2925E4-F59D-491F-8C01-EE51E0DBE291}" type="presParOf" srcId="{56A5A259-85BD-4C77-9E90-F6EE41C83889}" destId="{6920B0B0-BAFA-441C-9216-C52CB4B06068}" srcOrd="1" destOrd="0" presId="urn:microsoft.com/office/officeart/2008/layout/NameandTitleOrganizationalChart"/>
    <dgm:cxn modelId="{510A9A87-CCF5-4CA3-94E4-E1C478102445}" type="presParOf" srcId="{6920B0B0-BAFA-441C-9216-C52CB4B06068}" destId="{159C5720-FC47-477B-AFD5-248FD2498090}" srcOrd="0" destOrd="0" presId="urn:microsoft.com/office/officeart/2008/layout/NameandTitleOrganizationalChart"/>
    <dgm:cxn modelId="{91D06152-3218-4EE5-8DA5-AB6F7E058A16}" type="presParOf" srcId="{159C5720-FC47-477B-AFD5-248FD2498090}" destId="{B0FB7178-9C66-4A13-A33B-9058C9F54B9D}" srcOrd="0" destOrd="0" presId="urn:microsoft.com/office/officeart/2008/layout/NameandTitleOrganizationalChart"/>
    <dgm:cxn modelId="{BE017B99-AE33-488B-B0EB-11FC9CA2E76F}" type="presParOf" srcId="{159C5720-FC47-477B-AFD5-248FD2498090}" destId="{25961F17-BC6E-4706-8897-CEF0CA6F8F39}" srcOrd="1" destOrd="0" presId="urn:microsoft.com/office/officeart/2008/layout/NameandTitleOrganizationalChart"/>
    <dgm:cxn modelId="{91BA93E9-7941-4EBF-9F75-0A25CED71165}" type="presParOf" srcId="{159C5720-FC47-477B-AFD5-248FD2498090}" destId="{5727C241-7AD2-4931-8F6B-B2BAC0652450}" srcOrd="2" destOrd="0" presId="urn:microsoft.com/office/officeart/2008/layout/NameandTitleOrganizationalChart"/>
    <dgm:cxn modelId="{6224FE20-9BA7-41FD-A8B2-CE762AA8B171}" type="presParOf" srcId="{6920B0B0-BAFA-441C-9216-C52CB4B06068}" destId="{8510A329-DB29-401B-8E8D-FB6CFD966B5E}" srcOrd="1" destOrd="0" presId="urn:microsoft.com/office/officeart/2008/layout/NameandTitleOrganizationalChart"/>
    <dgm:cxn modelId="{D201B2B8-1726-48BE-B48D-C4556DFD98CB}" type="presParOf" srcId="{6920B0B0-BAFA-441C-9216-C52CB4B06068}" destId="{8A79FD1B-651F-421F-A3E4-AA3565CE4D11}" srcOrd="2" destOrd="0" presId="urn:microsoft.com/office/officeart/2008/layout/NameandTitleOrganizationalChart"/>
    <dgm:cxn modelId="{F348FD01-B895-4A67-B5D2-ED7C375D431B}" type="presParOf" srcId="{56A5A259-85BD-4C77-9E90-F6EE41C83889}" destId="{59986423-DF49-4D35-A3F5-1BC640D80EAD}" srcOrd="2" destOrd="0" presId="urn:microsoft.com/office/officeart/2008/layout/NameandTitleOrganizationalChart"/>
    <dgm:cxn modelId="{9CAB22A5-C84B-494A-B784-BFEFE4B0178B}" type="presParOf" srcId="{56A5A259-85BD-4C77-9E90-F6EE41C83889}" destId="{5928D65A-7C36-4022-8B15-26E23055FE0B}" srcOrd="3" destOrd="0" presId="urn:microsoft.com/office/officeart/2008/layout/NameandTitleOrganizationalChart"/>
    <dgm:cxn modelId="{4AFEF693-ED57-4495-9326-EB0DEBDF992C}" type="presParOf" srcId="{5928D65A-7C36-4022-8B15-26E23055FE0B}" destId="{052BC2AC-CAF0-4D57-8694-657BA04AEDCE}" srcOrd="0" destOrd="0" presId="urn:microsoft.com/office/officeart/2008/layout/NameandTitleOrganizationalChart"/>
    <dgm:cxn modelId="{601E9F7A-7885-4F6D-A101-A5ADF36DE773}" type="presParOf" srcId="{052BC2AC-CAF0-4D57-8694-657BA04AEDCE}" destId="{F9234284-43EC-47F8-9976-5852CD2130FC}" srcOrd="0" destOrd="0" presId="urn:microsoft.com/office/officeart/2008/layout/NameandTitleOrganizationalChart"/>
    <dgm:cxn modelId="{51958C7A-E2C1-43A9-99C4-D31E395DA89E}" type="presParOf" srcId="{052BC2AC-CAF0-4D57-8694-657BA04AEDCE}" destId="{E61D7CB5-E4C5-4DA3-9727-B97C8A452B17}" srcOrd="1" destOrd="0" presId="urn:microsoft.com/office/officeart/2008/layout/NameandTitleOrganizationalChart"/>
    <dgm:cxn modelId="{862EA9D3-C1F0-46AC-939F-BD7A58C17BF8}" type="presParOf" srcId="{052BC2AC-CAF0-4D57-8694-657BA04AEDCE}" destId="{6CCE5F36-6134-4960-8F07-67A769F2641F}" srcOrd="2" destOrd="0" presId="urn:microsoft.com/office/officeart/2008/layout/NameandTitleOrganizationalChart"/>
    <dgm:cxn modelId="{3B247271-C0D3-489A-86CF-E2012931FA8B}" type="presParOf" srcId="{5928D65A-7C36-4022-8B15-26E23055FE0B}" destId="{A8B0C669-3CB3-41A0-BE55-0D36FD9BFCBF}" srcOrd="1" destOrd="0" presId="urn:microsoft.com/office/officeart/2008/layout/NameandTitleOrganizationalChart"/>
    <dgm:cxn modelId="{7E1FD87B-D86A-4544-920F-E6A16660D259}" type="presParOf" srcId="{5928D65A-7C36-4022-8B15-26E23055FE0B}" destId="{188AD8B2-DBA2-4692-801E-8A3FA2AE5E70}" srcOrd="2" destOrd="0" presId="urn:microsoft.com/office/officeart/2008/layout/NameandTitleOrganizationalChart"/>
    <dgm:cxn modelId="{98E355D1-6BFB-4E39-8EA1-0319FD9ECC92}" type="presParOf" srcId="{C6E3D8A8-0728-40A6-9B13-ABD18F647741}" destId="{3F9D096E-D9F2-430A-A73E-939582B35A3D}" srcOrd="2" destOrd="0" presId="urn:microsoft.com/office/officeart/2008/layout/NameandTitleOrganizationalChart"/>
    <dgm:cxn modelId="{28B4C350-205B-4BE5-BA83-42561E9507CF}" type="presParOf" srcId="{787C021F-6E17-4D76-89A4-C9800FE68B0D}" destId="{282BAA5F-E090-46B5-8DC4-D32990422264}" srcOrd="2" destOrd="0" presId="urn:microsoft.com/office/officeart/2008/layout/NameandTitleOrganizationalChart"/>
    <dgm:cxn modelId="{C0FB4E5C-5936-439F-8006-BC0360006F90}" type="presParOf" srcId="{787C021F-6E17-4D76-89A4-C9800FE68B0D}" destId="{A75757D8-4E16-4EE7-8CEB-1404AC8A1864}" srcOrd="3" destOrd="0" presId="urn:microsoft.com/office/officeart/2008/layout/NameandTitleOrganizationalChart"/>
    <dgm:cxn modelId="{93F39B5D-DE62-4637-A13B-2981D177C358}" type="presParOf" srcId="{A75757D8-4E16-4EE7-8CEB-1404AC8A1864}" destId="{0B1BCF1B-A372-4C62-A887-CA08E8978F4E}" srcOrd="0" destOrd="0" presId="urn:microsoft.com/office/officeart/2008/layout/NameandTitleOrganizationalChart"/>
    <dgm:cxn modelId="{D57DF189-1F60-41A5-9172-BE2BC93B8330}" type="presParOf" srcId="{0B1BCF1B-A372-4C62-A887-CA08E8978F4E}" destId="{A3CCD869-5BE6-4445-955C-6D5F0EAC46AA}" srcOrd="0" destOrd="0" presId="urn:microsoft.com/office/officeart/2008/layout/NameandTitleOrganizationalChart"/>
    <dgm:cxn modelId="{9D41BB32-1746-4974-B9E3-475B6F893CC8}" type="presParOf" srcId="{0B1BCF1B-A372-4C62-A887-CA08E8978F4E}" destId="{37A3C44C-13D6-4561-809A-404C7C259C8B}" srcOrd="1" destOrd="0" presId="urn:microsoft.com/office/officeart/2008/layout/NameandTitleOrganizationalChart"/>
    <dgm:cxn modelId="{7085D0CD-D325-4D2E-A011-757780460874}" type="presParOf" srcId="{0B1BCF1B-A372-4C62-A887-CA08E8978F4E}" destId="{BEC24589-D33F-4BF3-BCB3-8318DA2F5FB0}" srcOrd="2" destOrd="0" presId="urn:microsoft.com/office/officeart/2008/layout/NameandTitleOrganizationalChart"/>
    <dgm:cxn modelId="{8A676F03-E24D-4155-9E20-3C03ABD4EF3B}" type="presParOf" srcId="{A75757D8-4E16-4EE7-8CEB-1404AC8A1864}" destId="{A7D14261-FCC9-4C54-831B-A2C572442768}" srcOrd="1" destOrd="0" presId="urn:microsoft.com/office/officeart/2008/layout/NameandTitleOrganizationalChart"/>
    <dgm:cxn modelId="{DA7D0FC0-F156-44C0-AE15-A2119CD6587E}" type="presParOf" srcId="{A7D14261-FCC9-4C54-831B-A2C572442768}" destId="{DCEEC507-6299-445B-8F80-85DFF61A1F6D}" srcOrd="0" destOrd="0" presId="urn:microsoft.com/office/officeart/2008/layout/NameandTitleOrganizationalChart"/>
    <dgm:cxn modelId="{3DA85D87-84FF-47DC-B5AF-3BCE87FB9460}" type="presParOf" srcId="{A7D14261-FCC9-4C54-831B-A2C572442768}" destId="{8609C898-2FD3-42F8-8A2A-9718A20C0E71}" srcOrd="1" destOrd="0" presId="urn:microsoft.com/office/officeart/2008/layout/NameandTitleOrganizationalChart"/>
    <dgm:cxn modelId="{609BE325-CD3A-4896-8D72-623CB769BF16}" type="presParOf" srcId="{8609C898-2FD3-42F8-8A2A-9718A20C0E71}" destId="{F7197DC9-B5A2-4323-B210-9A6D552EFB10}" srcOrd="0" destOrd="0" presId="urn:microsoft.com/office/officeart/2008/layout/NameandTitleOrganizationalChart"/>
    <dgm:cxn modelId="{ACFC96AF-55C5-442C-92EE-FE954DF0203C}" type="presParOf" srcId="{F7197DC9-B5A2-4323-B210-9A6D552EFB10}" destId="{7CC8453A-49C9-4F7A-9052-FB4E382AD103}" srcOrd="0" destOrd="0" presId="urn:microsoft.com/office/officeart/2008/layout/NameandTitleOrganizationalChart"/>
    <dgm:cxn modelId="{7D9F657B-B2C2-42E8-B489-5BE6BCF2CEC4}" type="presParOf" srcId="{F7197DC9-B5A2-4323-B210-9A6D552EFB10}" destId="{D4075729-4E0B-4D51-9263-8777667A5D90}" srcOrd="1" destOrd="0" presId="urn:microsoft.com/office/officeart/2008/layout/NameandTitleOrganizationalChart"/>
    <dgm:cxn modelId="{519A16B1-B53D-4FA1-ABAC-459C7FC3A1FB}" type="presParOf" srcId="{F7197DC9-B5A2-4323-B210-9A6D552EFB10}" destId="{2A9DEF25-2873-4C20-94E4-CDF5EF384206}" srcOrd="2" destOrd="0" presId="urn:microsoft.com/office/officeart/2008/layout/NameandTitleOrganizationalChart"/>
    <dgm:cxn modelId="{00ADA946-5734-4D60-998B-983DF1DF5A20}" type="presParOf" srcId="{8609C898-2FD3-42F8-8A2A-9718A20C0E71}" destId="{E25388F8-F022-4528-A930-3865D6C2029D}" srcOrd="1" destOrd="0" presId="urn:microsoft.com/office/officeart/2008/layout/NameandTitleOrganizationalChart"/>
    <dgm:cxn modelId="{42A426CC-5F44-46C2-87FB-A3BC7F182BD2}" type="presParOf" srcId="{8609C898-2FD3-42F8-8A2A-9718A20C0E71}" destId="{1F8F92C4-10C2-4E3B-BFAB-B4CC93DA1C90}" srcOrd="2" destOrd="0" presId="urn:microsoft.com/office/officeart/2008/layout/NameandTitleOrganizationalChart"/>
    <dgm:cxn modelId="{C731AA2A-14B9-4635-9F6C-347FC25392C3}" type="presParOf" srcId="{A7D14261-FCC9-4C54-831B-A2C572442768}" destId="{26DCB04F-34A1-4D82-88E0-5869C25D444C}" srcOrd="2" destOrd="0" presId="urn:microsoft.com/office/officeart/2008/layout/NameandTitleOrganizationalChart"/>
    <dgm:cxn modelId="{BFB77CEC-0B6B-487A-BB2E-2F56C7DF0991}" type="presParOf" srcId="{A7D14261-FCC9-4C54-831B-A2C572442768}" destId="{ED72593C-8098-466B-BBC0-8BA4CC19769B}" srcOrd="3" destOrd="0" presId="urn:microsoft.com/office/officeart/2008/layout/NameandTitleOrganizationalChart"/>
    <dgm:cxn modelId="{B5A05BF6-5D9B-44F5-AC4C-EC0031358E9C}" type="presParOf" srcId="{ED72593C-8098-466B-BBC0-8BA4CC19769B}" destId="{B01FF5AC-876E-4CC3-8C88-C8FEA4DBA920}" srcOrd="0" destOrd="0" presId="urn:microsoft.com/office/officeart/2008/layout/NameandTitleOrganizationalChart"/>
    <dgm:cxn modelId="{41DB6B52-0F05-41FB-9BCF-E38DDFA3F20F}" type="presParOf" srcId="{B01FF5AC-876E-4CC3-8C88-C8FEA4DBA920}" destId="{5C197799-4428-4819-A7E3-9E5D3F144005}" srcOrd="0" destOrd="0" presId="urn:microsoft.com/office/officeart/2008/layout/NameandTitleOrganizationalChart"/>
    <dgm:cxn modelId="{2F2D7E3F-CDB8-4CDE-A3C1-DCB710057D24}" type="presParOf" srcId="{B01FF5AC-876E-4CC3-8C88-C8FEA4DBA920}" destId="{1FA89BCE-2BFD-4516-97B2-4157CD59B1A5}" srcOrd="1" destOrd="0" presId="urn:microsoft.com/office/officeart/2008/layout/NameandTitleOrganizationalChart"/>
    <dgm:cxn modelId="{84C58FC5-3F57-4D9C-8A9E-3FD023BDFF9F}" type="presParOf" srcId="{B01FF5AC-876E-4CC3-8C88-C8FEA4DBA920}" destId="{5E49FBAE-78A6-42C9-B77F-36735853890A}" srcOrd="2" destOrd="0" presId="urn:microsoft.com/office/officeart/2008/layout/NameandTitleOrganizationalChart"/>
    <dgm:cxn modelId="{ABBB8555-766E-40E5-B81D-7167407625B4}" type="presParOf" srcId="{ED72593C-8098-466B-BBC0-8BA4CC19769B}" destId="{5DB8C7F7-7B12-4BC1-8206-93A016096C3C}" srcOrd="1" destOrd="0" presId="urn:microsoft.com/office/officeart/2008/layout/NameandTitleOrganizationalChart"/>
    <dgm:cxn modelId="{3DBD0797-72D3-460D-B4D2-67D4674ACF91}" type="presParOf" srcId="{ED72593C-8098-466B-BBC0-8BA4CC19769B}" destId="{FD7772BB-0739-4A6D-A320-61A003FBCB97}" srcOrd="2" destOrd="0" presId="urn:microsoft.com/office/officeart/2008/layout/NameandTitleOrganizationalChart"/>
    <dgm:cxn modelId="{FA1B07AD-F5F1-4BDF-83D1-0A6A22AC40FD}" type="presParOf" srcId="{A75757D8-4E16-4EE7-8CEB-1404AC8A1864}" destId="{25286506-DA00-462D-BEEC-241D5C705009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A65BE-757B-4D84-B5FE-48104FC06414}">
      <dsp:nvSpPr>
        <dsp:cNvPr id="0" name=""/>
        <dsp:cNvSpPr/>
      </dsp:nvSpPr>
      <dsp:spPr>
        <a:xfrm>
          <a:off x="1019655" y="15299"/>
          <a:ext cx="1098000" cy="1098000"/>
        </a:xfrm>
        <a:prstGeom prst="ellipse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EEB8DAD-99AC-4FE8-BD91-AB3BBD920121}">
      <dsp:nvSpPr>
        <dsp:cNvPr id="0" name=""/>
        <dsp:cNvSpPr/>
      </dsp:nvSpPr>
      <dsp:spPr>
        <a:xfrm>
          <a:off x="1253655" y="24929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D6B74B-D7F6-461D-9A3E-29AE873A88E7}">
      <dsp:nvSpPr>
        <dsp:cNvPr id="0" name=""/>
        <dsp:cNvSpPr/>
      </dsp:nvSpPr>
      <dsp:spPr>
        <a:xfrm>
          <a:off x="668655" y="9383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000" kern="12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</a:t>
          </a:r>
          <a:r>
            <a:rPr lang="zh-CN" altLang="en-US" sz="2000" kern="12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基本类型</a:t>
          </a:r>
          <a:endParaRPr lang="zh-CN" altLang="en-US" sz="2000" kern="12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668655" y="938375"/>
        <a:ext cx="1800000" cy="720000"/>
      </dsp:txXfrm>
    </dsp:sp>
    <dsp:sp modelId="{ADBD35B6-559C-4E4F-9574-4BA9274B6091}">
      <dsp:nvSpPr>
        <dsp:cNvPr id="0" name=""/>
        <dsp:cNvSpPr/>
      </dsp:nvSpPr>
      <dsp:spPr>
        <a:xfrm>
          <a:off x="2922609" y="15299"/>
          <a:ext cx="1098000" cy="1098000"/>
        </a:xfrm>
        <a:prstGeom prst="ellipse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868A014-8E16-413C-B8AE-3003DEB6A9F2}">
      <dsp:nvSpPr>
        <dsp:cNvPr id="0" name=""/>
        <dsp:cNvSpPr/>
      </dsp:nvSpPr>
      <dsp:spPr>
        <a:xfrm>
          <a:off x="3156666" y="24929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CE97C5-E889-40B4-8BE0-94BAA197A527}">
      <dsp:nvSpPr>
        <dsp:cNvPr id="0" name=""/>
        <dsp:cNvSpPr/>
      </dsp:nvSpPr>
      <dsp:spPr>
        <a:xfrm>
          <a:off x="2571687" y="9383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000" kern="12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MfxGlide</a:t>
          </a:r>
          <a:endParaRPr lang="zh-CN" altLang="en-US" sz="2000" kern="12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2571687" y="938375"/>
        <a:ext cx="1800000" cy="720000"/>
      </dsp:txXfrm>
    </dsp:sp>
    <dsp:sp modelId="{7C7730D2-6F5C-4C07-B6C9-7B78FB830E86}">
      <dsp:nvSpPr>
        <dsp:cNvPr id="0" name=""/>
        <dsp:cNvSpPr/>
      </dsp:nvSpPr>
      <dsp:spPr>
        <a:xfrm>
          <a:off x="1019655" y="1578334"/>
          <a:ext cx="1098000" cy="1098000"/>
        </a:xfrm>
        <a:prstGeom prst="ellipse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3DE5867-8622-4ECE-BF05-C44C4A70ACD9}">
      <dsp:nvSpPr>
        <dsp:cNvPr id="0" name=""/>
        <dsp:cNvSpPr/>
      </dsp:nvSpPr>
      <dsp:spPr>
        <a:xfrm>
          <a:off x="1253655" y="165334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1458B1-9A61-4DC2-8626-D1B5B6AAF481}">
      <dsp:nvSpPr>
        <dsp:cNvPr id="0" name=""/>
        <dsp:cNvSpPr/>
      </dsp:nvSpPr>
      <dsp:spPr>
        <a:xfrm>
          <a:off x="668655" y="242193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000" kern="1200" cap="none" baseline="0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--</a:t>
          </a:r>
          <a:endParaRPr lang="zh-CN" altLang="en-US" sz="2000" kern="1200" cap="none" baseline="0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668655" y="2421935"/>
        <a:ext cx="1800000" cy="720000"/>
      </dsp:txXfrm>
    </dsp:sp>
    <dsp:sp modelId="{36278FB6-E1FB-41C5-9E64-C3CD6347D9EE}">
      <dsp:nvSpPr>
        <dsp:cNvPr id="0" name=""/>
        <dsp:cNvSpPr/>
      </dsp:nvSpPr>
      <dsp:spPr>
        <a:xfrm>
          <a:off x="2922609" y="1578334"/>
          <a:ext cx="1098000" cy="1098000"/>
        </a:xfrm>
        <a:prstGeom prst="ellipse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FA4AADF-7CE3-49CE-9266-1FF1685AE72B}">
      <dsp:nvSpPr>
        <dsp:cNvPr id="0" name=""/>
        <dsp:cNvSpPr/>
      </dsp:nvSpPr>
      <dsp:spPr>
        <a:xfrm>
          <a:off x="3156666" y="165334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F920E6-D82F-406A-9C4B-D9A87DB39F98}">
      <dsp:nvSpPr>
        <dsp:cNvPr id="0" name=""/>
        <dsp:cNvSpPr/>
      </dsp:nvSpPr>
      <dsp:spPr>
        <a:xfrm>
          <a:off x="2571687" y="242193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2000" kern="1200" cap="none" noProof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rPr>
            <a:t>--</a:t>
          </a:r>
          <a:endParaRPr lang="zh-CN" altLang="en-US" sz="2000" kern="1200" cap="none" noProof="0" dirty="0">
            <a:solidFill>
              <a:schemeClr val="accent1"/>
            </a:solidFill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2571687" y="2421935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CB04F-34A1-4D82-88E0-5869C25D444C}">
      <dsp:nvSpPr>
        <dsp:cNvPr id="0" name=""/>
        <dsp:cNvSpPr/>
      </dsp:nvSpPr>
      <dsp:spPr>
        <a:xfrm>
          <a:off x="8682773" y="3490914"/>
          <a:ext cx="1491099" cy="6649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416"/>
              </a:lnTo>
              <a:lnTo>
                <a:pt x="1491099" y="396416"/>
              </a:lnTo>
              <a:lnTo>
                <a:pt x="1491099" y="66495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EEC507-6299-445B-8F80-85DFF61A1F6D}">
      <dsp:nvSpPr>
        <dsp:cNvPr id="0" name=""/>
        <dsp:cNvSpPr/>
      </dsp:nvSpPr>
      <dsp:spPr>
        <a:xfrm>
          <a:off x="7191673" y="3490914"/>
          <a:ext cx="1491099" cy="664956"/>
        </a:xfrm>
        <a:custGeom>
          <a:avLst/>
          <a:gdLst/>
          <a:ahLst/>
          <a:cxnLst/>
          <a:rect l="0" t="0" r="0" b="0"/>
          <a:pathLst>
            <a:path>
              <a:moveTo>
                <a:pt x="1491099" y="0"/>
              </a:moveTo>
              <a:lnTo>
                <a:pt x="1491099" y="396416"/>
              </a:lnTo>
              <a:lnTo>
                <a:pt x="0" y="396416"/>
              </a:lnTo>
              <a:lnTo>
                <a:pt x="0" y="66495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2BAA5F-E090-46B5-8DC4-D32990422264}">
      <dsp:nvSpPr>
        <dsp:cNvPr id="0" name=""/>
        <dsp:cNvSpPr/>
      </dsp:nvSpPr>
      <dsp:spPr>
        <a:xfrm>
          <a:off x="5700574" y="1675072"/>
          <a:ext cx="1870781" cy="1240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0399"/>
              </a:lnTo>
              <a:lnTo>
                <a:pt x="1870781" y="124039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986423-DF49-4D35-A3F5-1BC640D80EAD}">
      <dsp:nvSpPr>
        <dsp:cNvPr id="0" name=""/>
        <dsp:cNvSpPr/>
      </dsp:nvSpPr>
      <dsp:spPr>
        <a:xfrm>
          <a:off x="2718374" y="3490914"/>
          <a:ext cx="1491099" cy="6649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416"/>
              </a:lnTo>
              <a:lnTo>
                <a:pt x="1491099" y="396416"/>
              </a:lnTo>
              <a:lnTo>
                <a:pt x="1491099" y="66495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C59B0-D2AA-4171-9D16-23E1AC396A4F}">
      <dsp:nvSpPr>
        <dsp:cNvPr id="0" name=""/>
        <dsp:cNvSpPr/>
      </dsp:nvSpPr>
      <dsp:spPr>
        <a:xfrm>
          <a:off x="1227275" y="3490914"/>
          <a:ext cx="1491099" cy="664956"/>
        </a:xfrm>
        <a:custGeom>
          <a:avLst/>
          <a:gdLst/>
          <a:ahLst/>
          <a:cxnLst/>
          <a:rect l="0" t="0" r="0" b="0"/>
          <a:pathLst>
            <a:path>
              <a:moveTo>
                <a:pt x="1491099" y="0"/>
              </a:moveTo>
              <a:lnTo>
                <a:pt x="1491099" y="396416"/>
              </a:lnTo>
              <a:lnTo>
                <a:pt x="0" y="396416"/>
              </a:lnTo>
              <a:lnTo>
                <a:pt x="0" y="66495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65BF3C-548E-48E5-9CF5-B361D610D90C}">
      <dsp:nvSpPr>
        <dsp:cNvPr id="0" name=""/>
        <dsp:cNvSpPr/>
      </dsp:nvSpPr>
      <dsp:spPr>
        <a:xfrm>
          <a:off x="3829792" y="1675072"/>
          <a:ext cx="1870781" cy="1240399"/>
        </a:xfrm>
        <a:custGeom>
          <a:avLst/>
          <a:gdLst/>
          <a:ahLst/>
          <a:cxnLst/>
          <a:rect l="0" t="0" r="0" b="0"/>
          <a:pathLst>
            <a:path>
              <a:moveTo>
                <a:pt x="1870781" y="0"/>
              </a:moveTo>
              <a:lnTo>
                <a:pt x="1870781" y="1240399"/>
              </a:lnTo>
              <a:lnTo>
                <a:pt x="0" y="124039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DFE3C2-68D3-48DA-B569-BF436D21BB9D}">
      <dsp:nvSpPr>
        <dsp:cNvPr id="0" name=""/>
        <dsp:cNvSpPr/>
      </dsp:nvSpPr>
      <dsp:spPr>
        <a:xfrm>
          <a:off x="4589156" y="524187"/>
          <a:ext cx="2222835" cy="1150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62403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/>
            <a:t>MfxBase</a:t>
          </a:r>
          <a:endParaRPr lang="zh-CN" altLang="en-US" sz="800" kern="1200"/>
        </a:p>
      </dsp:txBody>
      <dsp:txXfrm>
        <a:off x="4589156" y="524187"/>
        <a:ext cx="2222835" cy="1150885"/>
      </dsp:txXfrm>
    </dsp:sp>
    <dsp:sp modelId="{4BA6049F-D197-4F90-83AC-9A733B6D02D3}">
      <dsp:nvSpPr>
        <dsp:cNvPr id="0" name=""/>
        <dsp:cNvSpPr/>
      </dsp:nvSpPr>
      <dsp:spPr>
        <a:xfrm>
          <a:off x="5033723" y="1419320"/>
          <a:ext cx="2000552" cy="3836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/>
            <a:t>MfxGlide</a:t>
          </a:r>
          <a:r>
            <a:rPr lang="zh-CN" altLang="en-US" sz="1700" kern="1200"/>
            <a:t>绑定的对象</a:t>
          </a:r>
        </a:p>
      </dsp:txBody>
      <dsp:txXfrm>
        <a:off x="5033723" y="1419320"/>
        <a:ext cx="2000552" cy="383628"/>
      </dsp:txXfrm>
    </dsp:sp>
    <dsp:sp modelId="{BE72EADF-F45E-4531-A049-BC2DE899E209}">
      <dsp:nvSpPr>
        <dsp:cNvPr id="0" name=""/>
        <dsp:cNvSpPr/>
      </dsp:nvSpPr>
      <dsp:spPr>
        <a:xfrm>
          <a:off x="1606957" y="2340029"/>
          <a:ext cx="2222835" cy="1150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162403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/>
            <a:t>MfxBase::</a:t>
          </a:r>
          <a:r>
            <a:rPr lang="en-US" altLang="en-US" sz="800" kern="1200"/>
            <a:t>getObjectFuncName</a:t>
          </a:r>
          <a:r>
            <a:rPr lang="en-US" altLang="zh-CN" sz="800" kern="1200"/>
            <a:t>(</a:t>
          </a:r>
          <a:r>
            <a:rPr lang="en-US" altLang="en-US" sz="800" kern="1200"/>
            <a:t>getObjectName</a:t>
          </a:r>
          <a:r>
            <a:rPr lang="en-US" altLang="zh-CN" sz="800" kern="1200"/>
            <a:t>*ret)</a:t>
          </a:r>
          <a:endParaRPr lang="zh-CN" altLang="en-US" sz="800" kern="1200"/>
        </a:p>
      </dsp:txBody>
      <dsp:txXfrm>
        <a:off x="1606957" y="2340029"/>
        <a:ext cx="2222835" cy="1150885"/>
      </dsp:txXfrm>
    </dsp:sp>
    <dsp:sp modelId="{B36D386E-122E-4E77-91A6-3613AA928BD5}">
      <dsp:nvSpPr>
        <dsp:cNvPr id="0" name=""/>
        <dsp:cNvSpPr/>
      </dsp:nvSpPr>
      <dsp:spPr>
        <a:xfrm>
          <a:off x="2051524" y="3235162"/>
          <a:ext cx="2000552" cy="3836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kern="1200"/>
        </a:p>
      </dsp:txBody>
      <dsp:txXfrm>
        <a:off x="2051524" y="3235162"/>
        <a:ext cx="2000552" cy="383628"/>
      </dsp:txXfrm>
    </dsp:sp>
    <dsp:sp modelId="{B0FB7178-9C66-4A13-A33B-9058C9F54B9D}">
      <dsp:nvSpPr>
        <dsp:cNvPr id="0" name=""/>
        <dsp:cNvSpPr/>
      </dsp:nvSpPr>
      <dsp:spPr>
        <a:xfrm>
          <a:off x="115857" y="4155871"/>
          <a:ext cx="2222835" cy="1150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162403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000" kern="1200"/>
            <a:t>getObjectName::</a:t>
          </a:r>
          <a:r>
            <a:rPr lang="en-US" altLang="zh-CN" sz="1000" kern="1200"/>
            <a:t>getFuncName(LONG*)</a:t>
          </a:r>
          <a:endParaRPr lang="zh-CN" altLang="en-US" sz="1000" kern="1200"/>
        </a:p>
      </dsp:txBody>
      <dsp:txXfrm>
        <a:off x="115857" y="4155871"/>
        <a:ext cx="2222835" cy="1150885"/>
      </dsp:txXfrm>
    </dsp:sp>
    <dsp:sp modelId="{25961F17-BC6E-4706-8897-CEF0CA6F8F39}">
      <dsp:nvSpPr>
        <dsp:cNvPr id="0" name=""/>
        <dsp:cNvSpPr/>
      </dsp:nvSpPr>
      <dsp:spPr>
        <a:xfrm>
          <a:off x="560424" y="5051004"/>
          <a:ext cx="2000552" cy="3836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16510" rIns="66040" bIns="1651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600" kern="1200"/>
        </a:p>
      </dsp:txBody>
      <dsp:txXfrm>
        <a:off x="560424" y="5051004"/>
        <a:ext cx="2000552" cy="383628"/>
      </dsp:txXfrm>
    </dsp:sp>
    <dsp:sp modelId="{F9234284-43EC-47F8-9976-5852CD2130FC}">
      <dsp:nvSpPr>
        <dsp:cNvPr id="0" name=""/>
        <dsp:cNvSpPr/>
      </dsp:nvSpPr>
      <dsp:spPr>
        <a:xfrm>
          <a:off x="3098056" y="4155871"/>
          <a:ext cx="2222835" cy="1150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162403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000" kern="1200"/>
            <a:t>getObjectName::</a:t>
          </a:r>
          <a:r>
            <a:rPr lang="en-US" altLang="zh-CN" sz="1000" kern="1200"/>
            <a:t>getFuncName(LONG*)</a:t>
          </a:r>
          <a:endParaRPr lang="zh-CN" altLang="en-US" sz="1000" kern="1200"/>
        </a:p>
      </dsp:txBody>
      <dsp:txXfrm>
        <a:off x="3098056" y="4155871"/>
        <a:ext cx="2222835" cy="1150885"/>
      </dsp:txXfrm>
    </dsp:sp>
    <dsp:sp modelId="{E61D7CB5-E4C5-4DA3-9727-B97C8A452B17}">
      <dsp:nvSpPr>
        <dsp:cNvPr id="0" name=""/>
        <dsp:cNvSpPr/>
      </dsp:nvSpPr>
      <dsp:spPr>
        <a:xfrm>
          <a:off x="3542623" y="5051004"/>
          <a:ext cx="2000552" cy="3836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16510" rIns="66040" bIns="1651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600" kern="1200"/>
        </a:p>
      </dsp:txBody>
      <dsp:txXfrm>
        <a:off x="3542623" y="5051004"/>
        <a:ext cx="2000552" cy="383628"/>
      </dsp:txXfrm>
    </dsp:sp>
    <dsp:sp modelId="{A3CCD869-5BE6-4445-955C-6D5F0EAC46AA}">
      <dsp:nvSpPr>
        <dsp:cNvPr id="0" name=""/>
        <dsp:cNvSpPr/>
      </dsp:nvSpPr>
      <dsp:spPr>
        <a:xfrm>
          <a:off x="7571355" y="2340029"/>
          <a:ext cx="2222835" cy="1150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162403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/>
            <a:t>MfxBase::s</a:t>
          </a:r>
          <a:r>
            <a:rPr lang="en-US" altLang="en-US" sz="800" kern="1200"/>
            <a:t>etObjectFuncName</a:t>
          </a:r>
          <a:r>
            <a:rPr lang="en-US" altLang="zh-CN" sz="800" kern="1200"/>
            <a:t>(s</a:t>
          </a:r>
          <a:r>
            <a:rPr lang="en-US" altLang="en-US" sz="800" kern="1200"/>
            <a:t>etObjectName</a:t>
          </a:r>
          <a:r>
            <a:rPr lang="en-US" altLang="zh-CN" sz="800" kern="1200"/>
            <a:t>*set)</a:t>
          </a:r>
          <a:endParaRPr lang="zh-CN" altLang="en-US" sz="800" kern="1200"/>
        </a:p>
      </dsp:txBody>
      <dsp:txXfrm>
        <a:off x="7571355" y="2340029"/>
        <a:ext cx="2222835" cy="1150885"/>
      </dsp:txXfrm>
    </dsp:sp>
    <dsp:sp modelId="{37A3C44C-13D6-4561-809A-404C7C259C8B}">
      <dsp:nvSpPr>
        <dsp:cNvPr id="0" name=""/>
        <dsp:cNvSpPr/>
      </dsp:nvSpPr>
      <dsp:spPr>
        <a:xfrm>
          <a:off x="8015922" y="3235162"/>
          <a:ext cx="2000552" cy="3836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16510" rIns="66040" bIns="1651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600" kern="1200"/>
        </a:p>
      </dsp:txBody>
      <dsp:txXfrm>
        <a:off x="8015922" y="3235162"/>
        <a:ext cx="2000552" cy="383628"/>
      </dsp:txXfrm>
    </dsp:sp>
    <dsp:sp modelId="{7CC8453A-49C9-4F7A-9052-FB4E382AD103}">
      <dsp:nvSpPr>
        <dsp:cNvPr id="0" name=""/>
        <dsp:cNvSpPr/>
      </dsp:nvSpPr>
      <dsp:spPr>
        <a:xfrm>
          <a:off x="6080256" y="4155871"/>
          <a:ext cx="2222835" cy="1150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162403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/>
            <a:t>s</a:t>
          </a:r>
          <a:r>
            <a:rPr lang="en-US" altLang="en-US" sz="1000" kern="1200"/>
            <a:t>etObjectName::</a:t>
          </a:r>
          <a:r>
            <a:rPr lang="en-US" altLang="zh-CN" sz="1000" kern="1200"/>
            <a:t>setFuncName(LONG)</a:t>
          </a:r>
          <a:endParaRPr lang="zh-CN" altLang="en-US" sz="1000" kern="1200"/>
        </a:p>
      </dsp:txBody>
      <dsp:txXfrm>
        <a:off x="6080256" y="4155871"/>
        <a:ext cx="2222835" cy="1150885"/>
      </dsp:txXfrm>
    </dsp:sp>
    <dsp:sp modelId="{D4075729-4E0B-4D51-9263-8777667A5D90}">
      <dsp:nvSpPr>
        <dsp:cNvPr id="0" name=""/>
        <dsp:cNvSpPr/>
      </dsp:nvSpPr>
      <dsp:spPr>
        <a:xfrm>
          <a:off x="6524823" y="5051004"/>
          <a:ext cx="2000552" cy="3836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16510" rIns="66040" bIns="1651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600" kern="1200"/>
        </a:p>
      </dsp:txBody>
      <dsp:txXfrm>
        <a:off x="6524823" y="5051004"/>
        <a:ext cx="2000552" cy="383628"/>
      </dsp:txXfrm>
    </dsp:sp>
    <dsp:sp modelId="{5C197799-4428-4819-A7E3-9E5D3F144005}">
      <dsp:nvSpPr>
        <dsp:cNvPr id="0" name=""/>
        <dsp:cNvSpPr/>
      </dsp:nvSpPr>
      <dsp:spPr>
        <a:xfrm>
          <a:off x="9062455" y="4155871"/>
          <a:ext cx="2222835" cy="1150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162403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/>
            <a:t>s</a:t>
          </a:r>
          <a:r>
            <a:rPr lang="en-US" altLang="en-US" sz="1000" kern="1200"/>
            <a:t>etObjectName::</a:t>
          </a:r>
          <a:r>
            <a:rPr lang="en-US" altLang="zh-CN" sz="1000" kern="1200"/>
            <a:t>setFuncName(LONG)</a:t>
          </a:r>
          <a:endParaRPr lang="zh-CN" altLang="en-US" sz="1000" kern="1200"/>
        </a:p>
      </dsp:txBody>
      <dsp:txXfrm>
        <a:off x="9062455" y="4155871"/>
        <a:ext cx="2222835" cy="1150885"/>
      </dsp:txXfrm>
    </dsp:sp>
    <dsp:sp modelId="{1FA89BCE-2BFD-4516-97B2-4157CD59B1A5}">
      <dsp:nvSpPr>
        <dsp:cNvPr id="0" name=""/>
        <dsp:cNvSpPr/>
      </dsp:nvSpPr>
      <dsp:spPr>
        <a:xfrm>
          <a:off x="9507022" y="5051004"/>
          <a:ext cx="2000552" cy="3836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16510" rIns="66040" bIns="16510" numCol="1" spcCol="1270" anchor="ctr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600" kern="1200"/>
        </a:p>
      </dsp:txBody>
      <dsp:txXfrm>
        <a:off x="9507022" y="5051004"/>
        <a:ext cx="2000552" cy="383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F4C1764-85D5-4493-AFF2-102C8CCDC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00AE9B-9313-4400-88A6-DB6F0E5188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DAA84-C05F-4361-BB92-985E6458983C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2021/5/30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47E4FE-538D-4A0C-A9D3-AA0A46C882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7FF196-9239-49DE-B864-9827F816EE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099C3-1D58-488C-8A59-AD905521D93D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898401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0D609F2-9C8B-4433-B7B4-CB968606847D}" type="datetime1">
              <a:rPr lang="zh-CN" altLang="en-US" smtClean="0"/>
              <a:pPr/>
              <a:t>2021/5/30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B704540-4696-4E63-A5FC-A54ECE210F6D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09548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215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169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991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标题 9">
            <a:extLst>
              <a:ext uri="{FF2B5EF4-FFF2-40B4-BE49-F238E27FC236}">
                <a16:creationId xmlns:a16="http://schemas.microsoft.com/office/drawing/2014/main" id="{FCB00443-8D35-47B1-AA0F-1117D1B1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4" name="日期占位符 13">
            <a:extLst>
              <a:ext uri="{FF2B5EF4-FFF2-40B4-BE49-F238E27FC236}">
                <a16:creationId xmlns:a16="http://schemas.microsoft.com/office/drawing/2014/main" id="{5D566128-BAD4-4CE3-B642-6AAECBA9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78EA6-6BBA-4547-A9C3-E37A10EB4050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16" name="页脚占位符 15">
            <a:extLst>
              <a:ext uri="{FF2B5EF4-FFF2-40B4-BE49-F238E27FC236}">
                <a16:creationId xmlns:a16="http://schemas.microsoft.com/office/drawing/2014/main" id="{59BA1A66-E3E5-407F-8072-6203723C5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55802052-795F-406F-AE3D-12911F82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70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 rtlCol="0" anchor="t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33" name="直接连接符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5FCE2245-B488-4A15-9956-4E1492E8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9DAAE9-E318-48E6-813E-0B00F91DE71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B6BFD01-D9C3-4334-8659-5AAEA561D88D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6CB50514-A48F-49D9-862C-CE2BD3DADB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75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454239" y="3806195"/>
            <a:ext cx="8630446" cy="1012929"/>
          </a:xfrm>
        </p:spPr>
        <p:txBody>
          <a:bodyPr tIns="91440" rtlCol="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15" name="直接连接符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BA9436-CD7C-4507-9AEB-B7A755B8EA6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1387ACB-D098-4F3D-AB16-D5A695917FEE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40299-850C-40D7-86F0-B8AD2072C15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97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447331" y="2010878"/>
            <a:ext cx="4645152" cy="3448595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413771" y="2017343"/>
            <a:ext cx="4645152" cy="3441520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35" name="直接连接符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17D89E-12C3-4BBE-A5C0-A5F87C38DD8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F2E6527-83C1-49A4-B0FA-2B9273E2D872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7B5359-65B2-4267-B155-C4219C1B719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66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447191" y="2019549"/>
            <a:ext cx="4645152" cy="801943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1447191" y="2824269"/>
            <a:ext cx="4645152" cy="2644457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412362" y="2023003"/>
            <a:ext cx="4645152" cy="802237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412362" y="2821491"/>
            <a:ext cx="4645152" cy="2637371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29" name="直接连接符​​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4C23CB-8425-4907-AC7E-99AA0B85EBC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D47AD24-A05B-4336-8DF0-211FDF9666BB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8D8838-F441-413A-B2F9-C247E3E60A9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41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25" name="直接连接符​​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8DEF35-7D47-49AA-83D7-FFD58BE8191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AE058E-B948-4697-AFB9-A245779F03AC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C7B908-EB97-472F-8868-0A6BE1136DF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89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CCB66D-3D5D-4D67-B39F-513E4BFC6D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7EB488D-73B9-44F6-B5D4-BD42EDC4196B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317D16-B2C1-448F-89D7-EA7AFF96AA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1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043714" y="798974"/>
            <a:ext cx="6012470" cy="4658826"/>
          </a:xfrm>
        </p:spPr>
        <p:txBody>
          <a:bodyPr rtlCol="0" anchor="ctr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444671" y="3205491"/>
            <a:ext cx="3275013" cy="2248181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17" name="直接连接符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471F7-B3BA-4A51-A9D3-52083975B70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CBDD0CB-8D83-49D3-BA6E-23ADCC4DEF0A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2385D2-358D-4333-90B8-D1EF540B2C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56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长方形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长方形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450329" y="3145992"/>
            <a:ext cx="5524404" cy="2003742"/>
          </a:xfrm>
        </p:spPr>
        <p:txBody>
          <a:bodyPr rtlCol="0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31" name="直接连接符​​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D23D12-1E4E-41BA-956C-A114626FF55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56A693A-4D03-4056-8614-D2A0BAB5F183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DBA164-DEC8-4681-A9E0-1629AA44ED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9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26" name="直接连接符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CA5CDF-2FB5-4122-B44F-8AF286CA165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36E961D-20C3-4965-BAE6-FA6D060660CE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B57C1B-BE01-4051-93B3-35DAD7422F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37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垂直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178" y="804519"/>
            <a:ext cx="2531337" cy="1049235"/>
          </a:xfrm>
        </p:spPr>
        <p:txBody>
          <a:bodyPr rtlCol="0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单击此处编辑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537178" y="2015732"/>
            <a:ext cx="2531337" cy="3450613"/>
          </a:xfrm>
        </p:spPr>
        <p:txBody>
          <a:bodyPr vert="horz" rtlCol="0">
            <a:normAutofit/>
          </a:bodyPr>
          <a:lstStyle>
            <a:lvl1pPr marL="0" indent="457200" algn="l">
              <a:buNone/>
              <a:defRPr sz="2000"/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26" name="直接连接符 25"/>
          <p:cNvCxnSpPr>
            <a:cxnSpLocks/>
          </p:cNvCxnSpPr>
          <p:nvPr/>
        </p:nvCxnSpPr>
        <p:spPr>
          <a:xfrm>
            <a:off x="539495" y="1847088"/>
            <a:ext cx="253245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垂直文本占位符 2">
            <a:extLst>
              <a:ext uri="{FF2B5EF4-FFF2-40B4-BE49-F238E27FC236}">
                <a16:creationId xmlns:a16="http://schemas.microsoft.com/office/drawing/2014/main" id="{62AF162D-8593-4021-A02B-AB5201D61C4B}"/>
              </a:ext>
            </a:extLst>
          </p:cNvPr>
          <p:cNvSpPr>
            <a:spLocks noGrp="1"/>
          </p:cNvSpPr>
          <p:nvPr>
            <p:ph type="body" orient="vert" idx="12" hasCustomPrompt="1"/>
          </p:nvPr>
        </p:nvSpPr>
        <p:spPr>
          <a:xfrm>
            <a:off x="3239347" y="804519"/>
            <a:ext cx="8413157" cy="4661824"/>
          </a:xfrm>
        </p:spPr>
        <p:txBody>
          <a:bodyPr vert="horz" rtlCol="0">
            <a:normAutofit/>
          </a:bodyPr>
          <a:lstStyle>
            <a:lvl1pPr marL="0" indent="457200" algn="l">
              <a:buNone/>
              <a:defRPr sz="2000"/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7B383E-F153-41F6-9BB7-8BF13D87FF7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73DB424-83DB-4580-B4BC-ECF78007F5C4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3E8B5D-495D-4C8C-A85B-98B9EB6E8DD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A6E65A-C210-4015-A081-8DBBF4E40B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507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444672" y="798973"/>
            <a:ext cx="7828830" cy="4659889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CN" noProof="0" smtClean="0"/>
              <a:t>‹#›</a:t>
            </a:fld>
            <a:endParaRPr lang="zh-CN" altLang="en-US" noProof="0"/>
          </a:p>
        </p:txBody>
      </p:sp>
      <p:cxnSp>
        <p:nvCxnSpPr>
          <p:cNvPr id="15" name="直接连接符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6369EE-A240-4E3B-ABA3-AF03B560AF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BB7B0ED-0D27-4DA1-91A7-842075061C10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5EE968-A2B0-4A55-A061-711684C134A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07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22F896-40B5-4ADD-8801-0D06FADFA095}" type="slidenum">
              <a:rPr lang="en-US" altLang="zh-CN" smtClean="0"/>
              <a:pPr/>
              <a:t>‹#›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D0EB57-111A-4B2A-A413-5C6D20588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284" y="6313361"/>
            <a:ext cx="777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92D050"/>
                </a:solidFill>
                <a:highlight>
                  <a:srgbClr val="000000"/>
                </a:highlight>
                <a:latin typeface="Consolas" panose="020B0609020204030204" pitchFamily="49" charset="0"/>
              </a:defRPr>
            </a:lvl1pPr>
          </a:lstStyle>
          <a:p>
            <a:r>
              <a:rPr lang="en-US" altLang="zh-CN"/>
              <a:t>yishengjun@gmail.com</a:t>
            </a:r>
            <a:endParaRPr lang="zh-CN" altLang="en-US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EAA4E52F-9709-40FD-A895-2FE1C00D8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6830" y="6313362"/>
            <a:ext cx="3560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92D050"/>
                </a:solidFill>
                <a:highlight>
                  <a:srgbClr val="000000"/>
                </a:highlight>
                <a:latin typeface="Consolas" panose="020B0609020204030204" pitchFamily="49" charset="0"/>
              </a:defRPr>
            </a:lvl1pPr>
          </a:lstStyle>
          <a:p>
            <a:fld id="{D5550057-DA13-45DC-A192-B4608A395894}" type="datetime3">
              <a:rPr lang="zh-CN" altLang="en-US" smtClean="0"/>
              <a:t>2021年5月30日星期日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03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20" r:id="rId11"/>
    <p:sldLayoutId id="2147483719" r:id="rId1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墙壁上的空画框的图像">
            <a:extLst>
              <a:ext uri="{FF2B5EF4-FFF2-40B4-BE49-F238E27FC236}">
                <a16:creationId xmlns:a16="http://schemas.microsoft.com/office/drawing/2014/main" id="{74B1416E-E144-4B0E-9CB1-2137FB57B7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7" t="9815" r="8304" b="13286"/>
          <a:stretch/>
        </p:blipFill>
        <p:spPr>
          <a:xfrm>
            <a:off x="2" y="10"/>
            <a:ext cx="12191695" cy="6857990"/>
          </a:xfrm>
          <a:prstGeom prst="rect">
            <a:avLst/>
          </a:prstGeom>
        </p:spPr>
      </p:pic>
      <p:sp>
        <p:nvSpPr>
          <p:cNvPr id="34" name="矩形​ 33">
            <a:extLst>
              <a:ext uri="{FF2B5EF4-FFF2-40B4-BE49-F238E27FC236}">
                <a16:creationId xmlns:a16="http://schemas.microsoft.com/office/drawing/2014/main" id="{A4092ECB-D375-4A85-AD6E-85644D2A9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7" y="3064931"/>
            <a:ext cx="8293042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BDDBEB-2A0E-4470-BE29-A528A3A60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351" y="3236470"/>
            <a:ext cx="6829044" cy="1252601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4100" cap="none">
                <a:solidFill>
                  <a:srgbClr val="FFFFFE"/>
                </a:solidFill>
                <a:ea typeface="Microsoft YaHei UI" panose="020B0503020204020204" pitchFamily="34" charset="-122"/>
              </a:rPr>
              <a:t>MicroFlakeX</a:t>
            </a:r>
            <a:endParaRPr lang="zh-CN" altLang="en-US" sz="4100" cap="none" dirty="0">
              <a:solidFill>
                <a:srgbClr val="FFFFFE"/>
              </a:solidFill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090625-51CE-4ECB-81A4-C4905F3FB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6350" y="4784894"/>
            <a:ext cx="6829043" cy="716529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1600" cap="none">
                <a:solidFill>
                  <a:schemeClr val="bg2"/>
                </a:solidFill>
                <a:ea typeface="Microsoft YaHei UI" panose="020B0503020204020204" pitchFamily="34" charset="-122"/>
              </a:rPr>
              <a:t>MfxType</a:t>
            </a:r>
            <a:r>
              <a:rPr lang="zh-CN" altLang="en-US" sz="1600" cap="none">
                <a:solidFill>
                  <a:schemeClr val="bg2"/>
                </a:solidFill>
                <a:ea typeface="Microsoft YaHei UI" panose="020B0503020204020204" pitchFamily="34" charset="-122"/>
              </a:rPr>
              <a:t>简介</a:t>
            </a:r>
            <a:endParaRPr lang="en-US" altLang="zh-CN" sz="1600" cap="none">
              <a:solidFill>
                <a:schemeClr val="bg2"/>
              </a:solidFill>
              <a:ea typeface="Microsoft YaHei UI" panose="020B0503020204020204" pitchFamily="34" charset="-122"/>
            </a:endParaRPr>
          </a:p>
        </p:txBody>
      </p:sp>
      <p:cxnSp>
        <p:nvCxnSpPr>
          <p:cNvPr id="36" name="直接连接符​​ 35">
            <a:extLst>
              <a:ext uri="{FF2B5EF4-FFF2-40B4-BE49-F238E27FC236}">
                <a16:creationId xmlns:a16="http://schemas.microsoft.com/office/drawing/2014/main" id="{B6C1711D-6DAC-4FE1-B7B6-AC8A81B8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0525" y="4666480"/>
            <a:ext cx="68290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E5B90-9042-4856-8903-B9D312A2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99CE-D840-4989-B3A9-A08C12E8F20F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AE20FA-665E-40EE-8D4E-05423A61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0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9D4B225-18E9-4C5B-94D8-2ABE6D16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80" name="长方形 79">
            <a:extLst>
              <a:ext uri="{FF2B5EF4-FFF2-40B4-BE49-F238E27FC236}">
                <a16:creationId xmlns:a16="http://schemas.microsoft.com/office/drawing/2014/main" id="{5BB14454-D00C-4958-BB39-F5F9F3AC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28A657A7-C4E5-425B-98FA-BB817FF7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标题 1">
            <a:extLst>
              <a:ext uri="{FF2B5EF4-FFF2-40B4-BE49-F238E27FC236}">
                <a16:creationId xmlns:a16="http://schemas.microsoft.com/office/drawing/2014/main" id="{69F1744A-CA11-44DA-AE09-C24B436C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820" y="1061192"/>
            <a:ext cx="3520367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 rtl="0"/>
            <a:r>
              <a:rPr lang="en-US" altLang="zh-CN" cap="none">
                <a:ea typeface="Microsoft YaHei UI" panose="020B0503020204020204" pitchFamily="34" charset="-122"/>
              </a:rPr>
              <a:t>MfxType</a:t>
            </a:r>
            <a:r>
              <a:rPr lang="zh-CN" altLang="en-US" cap="none"/>
              <a:t>的构成</a:t>
            </a:r>
            <a:endParaRPr lang="zh-CN" altLang="en-US" cap="none" dirty="0">
              <a:ea typeface="Microsoft YaHei UI" panose="020B0503020204020204" pitchFamily="34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1084370-0E70-4003-9787-3490FCC2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86" name="组 85">
            <a:extLst>
              <a:ext uri="{FF2B5EF4-FFF2-40B4-BE49-F238E27FC236}">
                <a16:creationId xmlns:a16="http://schemas.microsoft.com/office/drawing/2014/main" id="{2B7C66D2-22E8-4E8F-829B-050BFA7C8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7463259" y="583365"/>
            <a:chExt cx="6104330" cy="5181928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F0B78D6F-1F61-4DBB-8F5A-934BB850D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610433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23EA261D-1F8C-4BE5-8586-3C1CC5CE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5471354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6" name="图片占位符 5">
            <a:extLst>
              <a:ext uri="{FF2B5EF4-FFF2-40B4-BE49-F238E27FC236}">
                <a16:creationId xmlns:a16="http://schemas.microsoft.com/office/drawing/2014/main" id="{65EB9C0E-82E1-4B5B-A48D-C50A96A016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l="2862" r="2862"/>
          <a:stretch/>
        </p:blipFill>
        <p:spPr>
          <a:xfrm>
            <a:off x="1271223" y="1116345"/>
            <a:ext cx="4825148" cy="3866172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3635D2BC-4EDA-4A3E-83BF-035608099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A3C86EB9-7FA9-42F7-B348-A7FD17436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内容占位符 2" descr="SmartArt 图形">
            <a:extLst>
              <a:ext uri="{FF2B5EF4-FFF2-40B4-BE49-F238E27FC236}">
                <a16:creationId xmlns:a16="http://schemas.microsoft.com/office/drawing/2014/main" id="{FB509DA5-15CF-4F50-8076-F311C53562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4685930"/>
              </p:ext>
            </p:extLst>
          </p:nvPr>
        </p:nvGraphicFramePr>
        <p:xfrm>
          <a:off x="6443652" y="2195590"/>
          <a:ext cx="5252310" cy="4800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C4EAA4-B39C-460F-B008-8FE2731B369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751A2FC-9F27-4835-81CD-774557C382CA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EB56B4-B22A-4CBE-BFB7-E7983F72E33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49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205BB-B4F2-47E0-9E0D-182D5570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/>
              <a:t>MFX</a:t>
            </a:r>
            <a:r>
              <a:rPr lang="zh-CN" altLang="en-US" cap="none"/>
              <a:t>基本类型</a:t>
            </a:r>
          </a:p>
        </p:txBody>
      </p:sp>
      <p:sp>
        <p:nvSpPr>
          <p:cNvPr id="8" name="竖排文字占位符 7">
            <a:extLst>
              <a:ext uri="{FF2B5EF4-FFF2-40B4-BE49-F238E27FC236}">
                <a16:creationId xmlns:a16="http://schemas.microsoft.com/office/drawing/2014/main" id="{7445E134-13C5-42B5-9858-A0A483ED9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>
            <a:normAutofit lnSpcReduction="10000"/>
          </a:bodyPr>
          <a:lstStyle/>
          <a:p>
            <a:pPr indent="457200"/>
            <a:r>
              <a:rPr lang="en-US" altLang="zh-CN"/>
              <a:t>MFX</a:t>
            </a:r>
            <a:r>
              <a:rPr lang="zh-CN" altLang="en-US"/>
              <a:t>提供了一套完整的基本类型。</a:t>
            </a:r>
            <a:endParaRPr lang="en-US" altLang="zh-CN"/>
          </a:p>
          <a:p>
            <a:pPr indent="457200"/>
            <a:r>
              <a:rPr lang="zh-CN" altLang="en-US"/>
              <a:t>例如</a:t>
            </a:r>
            <a:r>
              <a:rPr lang="en-US" altLang="zh-CN"/>
              <a:t>MfxRect</a:t>
            </a:r>
            <a:r>
              <a:rPr lang="zh-CN" altLang="en-US"/>
              <a:t>、</a:t>
            </a:r>
            <a:r>
              <a:rPr lang="en-US" altLang="zh-CN"/>
              <a:t>MfxSize</a:t>
            </a:r>
            <a:r>
              <a:rPr lang="zh-CN" altLang="en-US"/>
              <a:t>、</a:t>
            </a:r>
            <a:r>
              <a:rPr lang="en-US" altLang="zh-CN"/>
              <a:t>MfxPoint</a:t>
            </a:r>
            <a:r>
              <a:rPr lang="zh-CN" altLang="en-US"/>
              <a:t>、</a:t>
            </a:r>
            <a:r>
              <a:rPr lang="en-US" altLang="zh-CN"/>
              <a:t>MfxColor</a:t>
            </a:r>
            <a:r>
              <a:rPr lang="zh-CN" altLang="en-US"/>
              <a:t>。</a:t>
            </a:r>
            <a:endParaRPr lang="en-US" altLang="zh-CN"/>
          </a:p>
          <a:p>
            <a:pPr indent="457200"/>
            <a:r>
              <a:rPr lang="zh-CN" altLang="en-US"/>
              <a:t>这些类型内部支持</a:t>
            </a:r>
            <a:r>
              <a:rPr lang="en-US" altLang="zh-CN"/>
              <a:t>GDI-GDIPLUS-D2D1</a:t>
            </a:r>
            <a:r>
              <a:rPr lang="zh-CN" altLang="en-US"/>
              <a:t>类型的默认转换。</a:t>
            </a:r>
          </a:p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965CA93-75BE-4BD6-8B96-952AE9B4DF0F}"/>
              </a:ext>
            </a:extLst>
          </p:cNvPr>
          <p:cNvSpPr>
            <a:spLocks noGrp="1"/>
          </p:cNvSpPr>
          <p:nvPr>
            <p:ph type="body" orient="vert" idx="12"/>
          </p:nvPr>
        </p:nvSpPr>
        <p:spPr/>
        <p:txBody>
          <a:bodyPr/>
          <a:lstStyle/>
          <a:p>
            <a:pPr indent="457200"/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E75843-BD45-4FC6-836B-2AED84889EC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C91CA04-7F6D-49F1-B8AB-679AE9B631EE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551E64-83DA-478D-B9E1-F0B7A045F0F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28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4E505-E24E-427D-811B-DB95D04F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cap="none"/>
              <a:t>MfxGlide</a:t>
            </a:r>
            <a:endParaRPr lang="zh-CN" altLang="en-US" cap="none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A31651-E754-47E3-A20E-610F3A9C8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altLang="zh-CN"/>
              <a:t>MfxGlide</a:t>
            </a:r>
            <a:r>
              <a:rPr lang="zh-CN" altLang="en-US"/>
              <a:t>提供了缓动动画的完整实现。</a:t>
            </a:r>
            <a:endParaRPr lang="en-US" altLang="zh-CN"/>
          </a:p>
        </p:txBody>
      </p:sp>
      <p:sp>
        <p:nvSpPr>
          <p:cNvPr id="4" name="竖排文字占位符 3">
            <a:extLst>
              <a:ext uri="{FF2B5EF4-FFF2-40B4-BE49-F238E27FC236}">
                <a16:creationId xmlns:a16="http://schemas.microsoft.com/office/drawing/2014/main" id="{913DE476-DBD0-4AB9-9C9D-008D496B7E59}"/>
              </a:ext>
            </a:extLst>
          </p:cNvPr>
          <p:cNvSpPr>
            <a:spLocks noGrp="1"/>
          </p:cNvSpPr>
          <p:nvPr>
            <p:ph type="body" orient="vert" idx="12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MfxGlide::BindObject(MfxBase* object)</a:t>
            </a:r>
            <a:r>
              <a:rPr lang="zh-CN" altLang="en-US"/>
              <a:t>绑定一个对象</a:t>
            </a:r>
            <a:endParaRPr lang="en-US" altLang="zh-CN"/>
          </a:p>
          <a:p>
            <a:r>
              <a:rPr lang="zh-CN" altLang="en-US"/>
              <a:t>使用</a:t>
            </a:r>
            <a:r>
              <a:rPr lang="en-US" altLang="zh-CN"/>
              <a:t>MfxGlide::BindObjectName(MfxString groupName, MfxGulid_WidelyType value)</a:t>
            </a:r>
            <a:r>
              <a:rPr lang="zh-CN" altLang="en-US"/>
              <a:t>绑定该对象的设置对象</a:t>
            </a:r>
            <a:endParaRPr lang="en-US" altLang="zh-CN"/>
          </a:p>
          <a:p>
            <a:r>
              <a:rPr lang="zh-CN" altLang="en-US"/>
              <a:t>使用</a:t>
            </a:r>
            <a:r>
              <a:rPr lang="en-US" altLang="zh-CN"/>
              <a:t>MfxGlide::Add_GetSetFuncName(MfxString groupName, MfxString getFuncName, MfxString setFuncName, pEaseGulid easeGulid = MfxEaseInOutQuad)</a:t>
            </a:r>
            <a:r>
              <a:rPr lang="zh-CN" altLang="en-US"/>
              <a:t>绑定该对象的设置对象的设置参数</a:t>
            </a:r>
            <a:endParaRPr lang="en-US" altLang="zh-CN"/>
          </a:p>
          <a:p>
            <a:r>
              <a:rPr lang="zh-CN" altLang="en-US"/>
              <a:t>使用</a:t>
            </a:r>
            <a:r>
              <a:rPr lang="en-US" altLang="zh-CN"/>
              <a:t>MfxGlide::MfxAddKeyframe(MfxString groupName, MfxBase* set, LONGLONG delay)</a:t>
            </a:r>
            <a:r>
              <a:rPr lang="zh-CN" altLang="en-US"/>
              <a:t>添加一个关键帧</a:t>
            </a:r>
            <a:endParaRPr lang="en-US" altLang="zh-CN"/>
          </a:p>
          <a:p>
            <a:r>
              <a:rPr lang="en-US" altLang="zh-CN"/>
              <a:t>pEaseGulid</a:t>
            </a:r>
            <a:r>
              <a:rPr lang="zh-CN" altLang="en-US"/>
              <a:t>类型的函数，制定了如何实现缓动动画。</a:t>
            </a:r>
            <a:endParaRPr lang="en-US" altLang="zh-CN"/>
          </a:p>
          <a:p>
            <a:r>
              <a:rPr lang="zh-CN" altLang="en-US"/>
              <a:t>关于</a:t>
            </a:r>
            <a:r>
              <a:rPr lang="en-US" altLang="zh-CN" cap="none"/>
              <a:t>MfxGlide</a:t>
            </a:r>
            <a:r>
              <a:rPr lang="zh-CN" altLang="en-US" cap="none"/>
              <a:t>的具体使用，请看例程代码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A9BCF7-EE70-4416-B776-76F619E86AB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73DB424-83DB-4580-B4BC-ECF78007F5C4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DE6099-B1FD-4749-89A2-1E05710E5E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735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111CA738-CA2B-44AF-8D11-53FBDA7415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587715"/>
              </p:ext>
            </p:extLst>
          </p:nvPr>
        </p:nvGraphicFramePr>
        <p:xfrm>
          <a:off x="284284" y="179513"/>
          <a:ext cx="11623432" cy="5958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9BE6EF-AF2C-414B-B26A-6647B269B14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73DB424-83DB-4580-B4BC-ECF78007F5C4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8D0607-AC5D-47F6-8D2B-49D917CE80B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1F6F1E45-4E95-4BBA-B464-3570B883F939}"/>
              </a:ext>
            </a:extLst>
          </p:cNvPr>
          <p:cNvGrpSpPr/>
          <p:nvPr/>
        </p:nvGrpSpPr>
        <p:grpSpPr>
          <a:xfrm>
            <a:off x="1855434" y="4983686"/>
            <a:ext cx="6236606" cy="843430"/>
            <a:chOff x="1198488" y="4983686"/>
            <a:chExt cx="5811194" cy="976045"/>
          </a:xfrm>
        </p:grpSpPr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47974F9C-97DB-4C6C-A631-3ED8A6C322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2062" y="4983686"/>
              <a:ext cx="0" cy="975820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BFB57AA7-3A48-4F26-AD3D-5D546C33F8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490" y="5921406"/>
              <a:ext cx="5811192" cy="0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2">
              <a:extLst>
                <a:ext uri="{FF2B5EF4-FFF2-40B4-BE49-F238E27FC236}">
                  <a16:creationId xmlns:a16="http://schemas.microsoft.com/office/drawing/2014/main" id="{C40632B2-5547-40F6-A37D-B3C91478DC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8488" y="4983686"/>
              <a:ext cx="1" cy="976045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E0555175-748C-461E-9A60-C166BBEC9490}"/>
              </a:ext>
            </a:extLst>
          </p:cNvPr>
          <p:cNvGrpSpPr/>
          <p:nvPr/>
        </p:nvGrpSpPr>
        <p:grpSpPr>
          <a:xfrm>
            <a:off x="4971494" y="5006583"/>
            <a:ext cx="6010184" cy="1131750"/>
            <a:chOff x="1198488" y="4983686"/>
            <a:chExt cx="5811194" cy="976045"/>
          </a:xfrm>
        </p:grpSpPr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32618D4F-3C25-435A-B120-70E6399116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2062" y="4983686"/>
              <a:ext cx="0" cy="975820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82">
              <a:extLst>
                <a:ext uri="{FF2B5EF4-FFF2-40B4-BE49-F238E27FC236}">
                  <a16:creationId xmlns:a16="http://schemas.microsoft.com/office/drawing/2014/main" id="{B9B60456-CA8A-4FFE-95CC-455966C2E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490" y="5921406"/>
              <a:ext cx="5811192" cy="0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82">
              <a:extLst>
                <a:ext uri="{FF2B5EF4-FFF2-40B4-BE49-F238E27FC236}">
                  <a16:creationId xmlns:a16="http://schemas.microsoft.com/office/drawing/2014/main" id="{026080FA-1680-4AE8-B9D6-7C6B5A7471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8488" y="4983686"/>
              <a:ext cx="1" cy="976045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7C6E3859-5087-43B7-9F47-278EF09371AD}"/>
              </a:ext>
            </a:extLst>
          </p:cNvPr>
          <p:cNvGrpSpPr/>
          <p:nvPr/>
        </p:nvGrpSpPr>
        <p:grpSpPr>
          <a:xfrm>
            <a:off x="6755802" y="1207363"/>
            <a:ext cx="1704617" cy="1582350"/>
            <a:chOff x="6533967" y="1210613"/>
            <a:chExt cx="2077373" cy="1579100"/>
          </a:xfrm>
        </p:grpSpPr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CE995446-19BD-45DF-BB0E-248BF77F50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3967" y="1210613"/>
              <a:ext cx="2077373" cy="0"/>
            </a:xfrm>
            <a:prstGeom prst="straightConnector1">
              <a:avLst/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4E49270D-3E3F-4E3A-B080-3D7606174873}"/>
                </a:ext>
              </a:extLst>
            </p:cNvPr>
            <p:cNvCxnSpPr/>
            <p:nvPr/>
          </p:nvCxnSpPr>
          <p:spPr>
            <a:xfrm>
              <a:off x="8575830" y="1210613"/>
              <a:ext cx="0" cy="1579100"/>
            </a:xfrm>
            <a:prstGeom prst="line">
              <a:avLst/>
            </a:prstGeom>
            <a:ln w="762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83498C5B-EF66-4A00-927F-DC95B3252E40}"/>
              </a:ext>
            </a:extLst>
          </p:cNvPr>
          <p:cNvGrpSpPr/>
          <p:nvPr/>
        </p:nvGrpSpPr>
        <p:grpSpPr>
          <a:xfrm rot="16200000">
            <a:off x="2933008" y="418762"/>
            <a:ext cx="1582351" cy="2974021"/>
            <a:chOff x="6533967" y="1210613"/>
            <a:chExt cx="2077373" cy="1579100"/>
          </a:xfrm>
        </p:grpSpPr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F3BE4898-661A-4B0A-A655-96E8814D81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3967" y="1210613"/>
              <a:ext cx="2077373" cy="0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631A0D3-350A-4EC2-8891-A2FCFC8401D4}"/>
                </a:ext>
              </a:extLst>
            </p:cNvPr>
            <p:cNvCxnSpPr/>
            <p:nvPr/>
          </p:nvCxnSpPr>
          <p:spPr>
            <a:xfrm>
              <a:off x="8575830" y="1210613"/>
              <a:ext cx="0" cy="1579100"/>
            </a:xfrm>
            <a:prstGeom prst="line">
              <a:avLst/>
            </a:prstGeom>
            <a:ln w="76200">
              <a:solidFill>
                <a:srgbClr val="FFC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0B7B72B6-8268-49AE-9162-62CA2DA6CC2F}"/>
              </a:ext>
            </a:extLst>
          </p:cNvPr>
          <p:cNvGrpSpPr/>
          <p:nvPr/>
        </p:nvGrpSpPr>
        <p:grpSpPr>
          <a:xfrm rot="10800000">
            <a:off x="958488" y="1618613"/>
            <a:ext cx="2746266" cy="2971366"/>
            <a:chOff x="1198488" y="3608927"/>
            <a:chExt cx="5878758" cy="2336840"/>
          </a:xfrm>
        </p:grpSpPr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C7FB8759-9B29-43C8-8D42-024490DE634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002061" y="3608927"/>
              <a:ext cx="75185" cy="2336615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82">
              <a:extLst>
                <a:ext uri="{FF2B5EF4-FFF2-40B4-BE49-F238E27FC236}">
                  <a16:creationId xmlns:a16="http://schemas.microsoft.com/office/drawing/2014/main" id="{294B2678-906F-4FB4-A212-A5A62764B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490" y="5921406"/>
              <a:ext cx="5811192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82">
              <a:extLst>
                <a:ext uri="{FF2B5EF4-FFF2-40B4-BE49-F238E27FC236}">
                  <a16:creationId xmlns:a16="http://schemas.microsoft.com/office/drawing/2014/main" id="{DB4D7A58-1241-4FD3-93BA-CDE0592B76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8488" y="4969722"/>
              <a:ext cx="0" cy="976045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FCB600C5-FA29-4D8A-82AE-1EDD592F4BAC}"/>
              </a:ext>
            </a:extLst>
          </p:cNvPr>
          <p:cNvGrpSpPr/>
          <p:nvPr/>
        </p:nvGrpSpPr>
        <p:grpSpPr>
          <a:xfrm rot="10800000" flipH="1">
            <a:off x="3907064" y="1618436"/>
            <a:ext cx="487765" cy="2971366"/>
            <a:chOff x="1198488" y="3608927"/>
            <a:chExt cx="5878758" cy="2336840"/>
          </a:xfrm>
        </p:grpSpPr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E4422173-E6C8-42F3-AFDB-69382B3E0809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002061" y="3608927"/>
              <a:ext cx="75185" cy="2336615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82">
              <a:extLst>
                <a:ext uri="{FF2B5EF4-FFF2-40B4-BE49-F238E27FC236}">
                  <a16:creationId xmlns:a16="http://schemas.microsoft.com/office/drawing/2014/main" id="{070D5251-E002-4C6E-A25B-2349DE39E4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490" y="5921406"/>
              <a:ext cx="5811192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82">
              <a:extLst>
                <a:ext uri="{FF2B5EF4-FFF2-40B4-BE49-F238E27FC236}">
                  <a16:creationId xmlns:a16="http://schemas.microsoft.com/office/drawing/2014/main" id="{69A8E9EB-F691-40F1-B070-9A87864094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8488" y="4969722"/>
              <a:ext cx="0" cy="976045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DD2F7ED-C230-4B30-A557-3A2CE8239165}"/>
              </a:ext>
            </a:extLst>
          </p:cNvPr>
          <p:cNvGrpSpPr/>
          <p:nvPr/>
        </p:nvGrpSpPr>
        <p:grpSpPr>
          <a:xfrm rot="10800000" flipH="1">
            <a:off x="6755804" y="2112832"/>
            <a:ext cx="2471263" cy="2463518"/>
            <a:chOff x="1198488" y="4969722"/>
            <a:chExt cx="16444887" cy="1379778"/>
          </a:xfrm>
        </p:grpSpPr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2FFC1311-93BA-4B4F-9677-3DE8760BA7D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7643362" y="5931298"/>
              <a:ext cx="0" cy="418202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82">
              <a:extLst>
                <a:ext uri="{FF2B5EF4-FFF2-40B4-BE49-F238E27FC236}">
                  <a16:creationId xmlns:a16="http://schemas.microsoft.com/office/drawing/2014/main" id="{1C7E7583-4C27-454A-8722-6A4C4DB7388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198488" y="6349500"/>
              <a:ext cx="16444887" cy="0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82">
              <a:extLst>
                <a:ext uri="{FF2B5EF4-FFF2-40B4-BE49-F238E27FC236}">
                  <a16:creationId xmlns:a16="http://schemas.microsoft.com/office/drawing/2014/main" id="{F78C7BF3-9796-4D5C-B04E-D4E2F970DB0C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198488" y="4969722"/>
              <a:ext cx="0" cy="1379778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72D8662-E791-4643-8F6B-B3B8541CE152}"/>
              </a:ext>
            </a:extLst>
          </p:cNvPr>
          <p:cNvGrpSpPr/>
          <p:nvPr/>
        </p:nvGrpSpPr>
        <p:grpSpPr>
          <a:xfrm>
            <a:off x="10085033" y="3027287"/>
            <a:ext cx="1029598" cy="1562516"/>
            <a:chOff x="10085033" y="3104001"/>
            <a:chExt cx="1029598" cy="1485801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F1FAAA4-4E74-49F8-90F7-275BA9C8DA19}"/>
                </a:ext>
              </a:extLst>
            </p:cNvPr>
            <p:cNvGrpSpPr/>
            <p:nvPr/>
          </p:nvGrpSpPr>
          <p:grpSpPr>
            <a:xfrm rot="10800000" flipH="1">
              <a:off x="10085033" y="3104262"/>
              <a:ext cx="1029598" cy="1485540"/>
              <a:chOff x="168279" y="4969722"/>
              <a:chExt cx="6781544" cy="1359862"/>
            </a:xfrm>
          </p:grpSpPr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AEF4F7C6-5848-41D9-B31C-26804F027E5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68279" y="6329584"/>
                <a:ext cx="6781544" cy="0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82">
                <a:extLst>
                  <a:ext uri="{FF2B5EF4-FFF2-40B4-BE49-F238E27FC236}">
                    <a16:creationId xmlns:a16="http://schemas.microsoft.com/office/drawing/2014/main" id="{5952E0CD-AB77-4871-B38F-51C9B84030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38623" y="5509696"/>
                <a:ext cx="5811192" cy="0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82">
                <a:extLst>
                  <a:ext uri="{FF2B5EF4-FFF2-40B4-BE49-F238E27FC236}">
                    <a16:creationId xmlns:a16="http://schemas.microsoft.com/office/drawing/2014/main" id="{2EE961E1-C4E2-4C43-9E83-34D73F9B41C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198488" y="4969722"/>
                <a:ext cx="2" cy="539974"/>
              </a:xfrm>
              <a:prstGeom prst="straightConnector1">
                <a:avLst/>
              </a:prstGeom>
              <a:ln w="76200">
                <a:solidFill>
                  <a:srgbClr val="92D05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直接连接符 82">
              <a:extLst>
                <a:ext uri="{FF2B5EF4-FFF2-40B4-BE49-F238E27FC236}">
                  <a16:creationId xmlns:a16="http://schemas.microsoft.com/office/drawing/2014/main" id="{FCFA9E25-F145-49C3-8F3E-F695D32272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392" y="3104001"/>
              <a:ext cx="6239" cy="895661"/>
            </a:xfrm>
            <a:prstGeom prst="straightConnector1">
              <a:avLst/>
            </a:prstGeom>
            <a:ln w="76200">
              <a:solidFill>
                <a:srgbClr val="92D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D19D406E-F8B1-40B1-9208-24462E10D7A7}"/>
              </a:ext>
            </a:extLst>
          </p:cNvPr>
          <p:cNvSpPr txBox="1"/>
          <p:nvPr/>
        </p:nvSpPr>
        <p:spPr>
          <a:xfrm>
            <a:off x="1437596" y="225986"/>
            <a:ext cx="3588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zh-CN" altLang="en-US"/>
          </a:p>
          <a:p>
            <a:pPr lvl="0"/>
            <a:r>
              <a:rPr lang="zh-CN" altLang="en-US"/>
              <a:t>通过</a:t>
            </a:r>
            <a:r>
              <a:rPr lang="en-US" altLang="en-US"/>
              <a:t>getObjectFuncName</a:t>
            </a:r>
            <a:r>
              <a:rPr lang="zh-CN" altLang="en-US"/>
              <a:t>调用，并且获取一个类型为</a:t>
            </a:r>
            <a:r>
              <a:rPr lang="en-US" altLang="en-US"/>
              <a:t>getObjectName</a:t>
            </a:r>
            <a:r>
              <a:rPr lang="zh-CN" altLang="en-US"/>
              <a:t>对象</a:t>
            </a:r>
          </a:p>
          <a:p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72830AD-1ADC-4923-95CD-FC74CCF1D9D1}"/>
              </a:ext>
            </a:extLst>
          </p:cNvPr>
          <p:cNvSpPr txBox="1"/>
          <p:nvPr/>
        </p:nvSpPr>
        <p:spPr>
          <a:xfrm>
            <a:off x="6980808" y="248959"/>
            <a:ext cx="3588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endParaRPr lang="zh-CN" altLang="en-US"/>
          </a:p>
          <a:p>
            <a:pPr lvl="0" algn="r"/>
            <a:r>
              <a:rPr lang="zh-CN" altLang="en-US"/>
              <a:t>通过</a:t>
            </a:r>
            <a:r>
              <a:rPr lang="en-US" altLang="zh-CN"/>
              <a:t>s</a:t>
            </a:r>
            <a:r>
              <a:rPr lang="en-US" altLang="en-US"/>
              <a:t>etObjectFuncName</a:t>
            </a:r>
            <a:r>
              <a:rPr lang="zh-CN" altLang="en-US"/>
              <a:t>调用，并且输入一个类型为</a:t>
            </a:r>
            <a:r>
              <a:rPr lang="en-US" altLang="zh-CN"/>
              <a:t>s</a:t>
            </a:r>
            <a:r>
              <a:rPr lang="en-US" altLang="en-US"/>
              <a:t>etObjectName</a:t>
            </a:r>
            <a:r>
              <a:rPr lang="zh-CN" altLang="en-US"/>
              <a:t>对象</a:t>
            </a:r>
          </a:p>
          <a:p>
            <a:pPr algn="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2CBC637-2CCF-42FA-AABA-8E740459E42B}"/>
              </a:ext>
            </a:extLst>
          </p:cNvPr>
          <p:cNvSpPr txBox="1"/>
          <p:nvPr/>
        </p:nvSpPr>
        <p:spPr>
          <a:xfrm>
            <a:off x="1849516" y="5644073"/>
            <a:ext cx="1026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getFuncName</a:t>
            </a:r>
            <a:r>
              <a:rPr lang="zh-CN" altLang="en-US"/>
              <a:t>调用获取值，并通过</a:t>
            </a:r>
            <a:r>
              <a:rPr lang="en-US" altLang="zh-CN"/>
              <a:t>pEaseGulid</a:t>
            </a:r>
            <a:r>
              <a:rPr lang="zh-CN" altLang="en-US"/>
              <a:t>函数计算当前值并使用</a:t>
            </a:r>
            <a:r>
              <a:rPr lang="en-US" altLang="zh-CN"/>
              <a:t>setFuncName</a:t>
            </a:r>
            <a:r>
              <a:rPr lang="zh-CN" altLang="en-US"/>
              <a:t>写入</a:t>
            </a:r>
          </a:p>
        </p:txBody>
      </p:sp>
    </p:spTree>
    <p:extLst>
      <p:ext uri="{BB962C8B-B14F-4D97-AF65-F5344CB8AC3E}">
        <p14:creationId xmlns:p14="http://schemas.microsoft.com/office/powerpoint/2010/main" val="31740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白色楼梯">
            <a:extLst>
              <a:ext uri="{FF2B5EF4-FFF2-40B4-BE49-F238E27FC236}">
                <a16:creationId xmlns:a16="http://schemas.microsoft.com/office/drawing/2014/main" id="{BDEE4019-56F2-459C-B15D-76C0CDC216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10"/>
            <a:ext cx="12191695" cy="685799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34342C-2173-4B23-9C3C-2950C6A3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511" y="3236470"/>
            <a:ext cx="6832500" cy="1252601"/>
          </a:xfr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en-US" altLang="zh-CN" sz="4100" cap="none">
                <a:solidFill>
                  <a:srgbClr val="FFFFFE"/>
                </a:solidFill>
                <a:ea typeface="Microsoft YaHei UI" panose="020B0503020204020204" pitchFamily="34" charset="-122"/>
              </a:rPr>
              <a:t>MicroFlakeX</a:t>
            </a:r>
            <a:endParaRPr lang="zh-CN" altLang="en-US" sz="4100" cap="none">
              <a:solidFill>
                <a:srgbClr val="FFFFFE"/>
              </a:solidFill>
              <a:ea typeface="Microsoft YaHei U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75989C-CEF6-4790-9F3D-DDEC3CEEC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5511" y="4780357"/>
            <a:ext cx="6832499" cy="716529"/>
          </a:xfrm>
        </p:spPr>
        <p:txBody>
          <a:bodyPr vert="horz" lIns="91440" tIns="91440" rIns="91440" bIns="91440" rtlCol="0">
            <a:normAutofit/>
          </a:bodyPr>
          <a:lstStyle/>
          <a:p>
            <a:pPr rtl="0"/>
            <a:r>
              <a:rPr lang="en-US" altLang="zh-CN" sz="1600">
                <a:solidFill>
                  <a:schemeClr val="bg2"/>
                </a:solidFill>
                <a:ea typeface="Microsoft YaHei UI" panose="020B0503020204020204" pitchFamily="34" charset="-122"/>
              </a:rPr>
              <a:t>https://github.com/yishengjun8/MicroFlakeX</a:t>
            </a:r>
            <a:endParaRPr lang="zh-CN" altLang="en-US" sz="1600">
              <a:solidFill>
                <a:schemeClr val="bg2"/>
              </a:solidFill>
              <a:ea typeface="Microsoft YaHei UI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509" y="4666480"/>
            <a:ext cx="683249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AB693-D1F0-4768-A9A9-29DB09E1164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2FD1994-6A46-4CC6-B7A5-A24B2A66D40D}" type="datetime3">
              <a:rPr lang="zh-CN" altLang="en-US" smtClean="0"/>
              <a:t>2021年5月30日星期日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A04006-5A82-4326-AA7F-2F4DCC14CA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altLang="zh-CN"/>
              <a:t>yishengjun@gmail.com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833211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CF9EC99-89FF-486C-9E02-31E13FD72E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6CF9D2-F3E0-450F-B184-8D2A0EB8B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AABB37-1599-4AE8-818C-82E84CA93DF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创作画廊主题</Template>
  <TotalTime>1117</TotalTime>
  <Words>291</Words>
  <Application>Microsoft Office PowerPoint</Application>
  <PresentationFormat>宽屏</PresentationFormat>
  <Paragraphs>46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 UI</vt:lpstr>
      <vt:lpstr>Arial</vt:lpstr>
      <vt:lpstr>Consolas</vt:lpstr>
      <vt:lpstr>Gill Sans MT</vt:lpstr>
      <vt:lpstr>画廊</vt:lpstr>
      <vt:lpstr>MicroFlakeX</vt:lpstr>
      <vt:lpstr>MfxType的构成</vt:lpstr>
      <vt:lpstr>MFX基本类型</vt:lpstr>
      <vt:lpstr>MfxGlide</vt:lpstr>
      <vt:lpstr>PowerPoint 演示文稿</vt:lpstr>
      <vt:lpstr>MicroFlakeX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MicroFlakeX</dc:title>
  <dc:creator>渡河 而来的人</dc:creator>
  <cp:lastModifiedBy>渡河 而来的人</cp:lastModifiedBy>
  <cp:revision>34</cp:revision>
  <dcterms:created xsi:type="dcterms:W3CDTF">2021-05-29T14:40:22Z</dcterms:created>
  <dcterms:modified xsi:type="dcterms:W3CDTF">2021-05-30T09:19:54Z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