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4"/>
  </p:sldMasterIdLst>
  <p:notesMasterIdLst>
    <p:notesMasterId r:id="rId13"/>
  </p:notesMasterIdLst>
  <p:handoutMasterIdLst>
    <p:handoutMasterId r:id="rId14"/>
  </p:handoutMasterIdLst>
  <p:sldIdLst>
    <p:sldId id="256" r:id="rId5"/>
    <p:sldId id="270" r:id="rId6"/>
    <p:sldId id="272" r:id="rId7"/>
    <p:sldId id="273" r:id="rId8"/>
    <p:sldId id="275" r:id="rId9"/>
    <p:sldId id="274" r:id="rId10"/>
    <p:sldId id="276" r:id="rId11"/>
    <p:sldId id="267" r:id="rId12"/>
  </p:sldIdLst>
  <p:sldSz cx="12192000" cy="6858000"/>
  <p:notesSz cx="6858000" cy="9144000"/>
  <p:defaultTextStyle>
    <a:defPPr rtl="0">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7"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86" d="100"/>
          <a:sy n="86" d="100"/>
        </p:scale>
        <p:origin x="562" y="62"/>
      </p:cViewPr>
      <p:guideLst>
        <p:guide pos="3840"/>
        <p:guide orient="horz" pos="2160"/>
      </p:guideLst>
    </p:cSldViewPr>
  </p:slideViewPr>
  <p:notesTextViewPr>
    <p:cViewPr>
      <p:scale>
        <a:sx n="1" d="1"/>
        <a:sy n="1" d="1"/>
      </p:scale>
      <p:origin x="0" y="0"/>
    </p:cViewPr>
  </p:notesTextViewPr>
  <p:notesViewPr>
    <p:cSldViewPr snapToGrid="0">
      <p:cViewPr varScale="1">
        <p:scale>
          <a:sx n="88" d="100"/>
          <a:sy n="88" d="100"/>
        </p:scale>
        <p:origin x="3792"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048C61-36D6-4B73-9AF4-D31B74104F82}" type="doc">
      <dgm:prSet loTypeId="urn:microsoft.com/office/officeart/2018/5/layout/IconCircleLabelList" loCatId="other" qsTypeId="urn:microsoft.com/office/officeart/2005/8/quickstyle/simple4" qsCatId="simple" csTypeId="urn:microsoft.com/office/officeart/2005/8/colors/accent0_3" csCatId="mainScheme" phldr="1"/>
      <dgm:spPr/>
    </dgm:pt>
    <dgm:pt modelId="{AF583F91-332F-4E72-A1E0-987BFD089F88}">
      <dgm:prSet phldrT="[Text]" custT="1"/>
      <dgm:spPr/>
      <dgm:t>
        <a:bodyPr rtlCol="0"/>
        <a:lstStyle/>
        <a:p>
          <a:pPr>
            <a:lnSpc>
              <a:spcPct val="100000"/>
            </a:lnSpc>
            <a:defRPr cap="all"/>
          </a:pPr>
          <a:r>
            <a:rPr lang="en-US" altLang="zh-CN" sz="2000" cap="none" baseline="0" noProof="0">
              <a:solidFill>
                <a:schemeClr val="accent1"/>
              </a:solidFill>
              <a:latin typeface="Microsoft YaHei UI" panose="020B0503020204020204" pitchFamily="34" charset="-122"/>
              <a:ea typeface="Microsoft YaHei UI" panose="020B0503020204020204" pitchFamily="34" charset="-122"/>
            </a:rPr>
            <a:t>MFX</a:t>
          </a:r>
          <a:r>
            <a:rPr lang="zh-CN" altLang="en-US" sz="2000" cap="none" baseline="0" noProof="0">
              <a:solidFill>
                <a:schemeClr val="accent1"/>
              </a:solidFill>
              <a:latin typeface="Microsoft YaHei UI" panose="020B0503020204020204" pitchFamily="34" charset="-122"/>
              <a:ea typeface="Microsoft YaHei UI" panose="020B0503020204020204" pitchFamily="34" charset="-122"/>
            </a:rPr>
            <a:t>基本类型</a:t>
          </a:r>
          <a:endParaRPr lang="zh-CN" altLang="en-US" sz="2000" cap="none" baseline="0" noProof="0" dirty="0">
            <a:solidFill>
              <a:schemeClr val="accent1"/>
            </a:solidFill>
            <a:latin typeface="Microsoft YaHei UI" panose="020B0503020204020204" pitchFamily="34" charset="-122"/>
            <a:ea typeface="Microsoft YaHei UI" panose="020B0503020204020204" pitchFamily="34" charset="-122"/>
          </a:endParaRPr>
        </a:p>
      </dgm:t>
    </dgm:pt>
    <dgm:pt modelId="{64596A89-BBA0-45D0-8E22-7BBC2F943B47}" type="parTrans" cxnId="{A68E0B67-A0CF-423E-9B01-65F9A6E5BDCF}">
      <dgm:prSet/>
      <dgm:spPr/>
      <dgm:t>
        <a:bodyPr rtlCol="0"/>
        <a:lstStyle/>
        <a:p>
          <a:pPr rtl="0"/>
          <a:endParaRPr lang="zh-CN" altLang="en-US" noProof="0" dirty="0">
            <a:latin typeface="Microsoft YaHei UI" panose="020B0503020204020204" pitchFamily="34" charset="-122"/>
            <a:ea typeface="Microsoft YaHei UI" panose="020B0503020204020204" pitchFamily="34" charset="-122"/>
          </a:endParaRPr>
        </a:p>
      </dgm:t>
    </dgm:pt>
    <dgm:pt modelId="{705CEAA8-675D-47C0-8F48-2F40A711E383}" type="sibTrans" cxnId="{A68E0B67-A0CF-423E-9B01-65F9A6E5BDCF}">
      <dgm:prSet/>
      <dgm:spPr/>
      <dgm:t>
        <a:bodyPr rtlCol="0"/>
        <a:lstStyle/>
        <a:p>
          <a:pPr rtl="0"/>
          <a:endParaRPr lang="zh-CN" altLang="en-US" noProof="0" dirty="0">
            <a:latin typeface="Microsoft YaHei UI" panose="020B0503020204020204" pitchFamily="34" charset="-122"/>
            <a:ea typeface="Microsoft YaHei UI" panose="020B0503020204020204" pitchFamily="34" charset="-122"/>
          </a:endParaRPr>
        </a:p>
      </dgm:t>
    </dgm:pt>
    <dgm:pt modelId="{520A53C9-ECE9-46F5-88D2-D48EC507F57E}">
      <dgm:prSet phldrT="[Text]" custT="1"/>
      <dgm:spPr/>
      <dgm:t>
        <a:bodyPr rtlCol="0"/>
        <a:lstStyle/>
        <a:p>
          <a:pPr>
            <a:lnSpc>
              <a:spcPct val="100000"/>
            </a:lnSpc>
            <a:defRPr cap="all"/>
          </a:pPr>
          <a:r>
            <a:rPr lang="en-US" altLang="zh-CN" sz="2000" cap="none" baseline="0" noProof="0">
              <a:solidFill>
                <a:schemeClr val="accent1"/>
              </a:solidFill>
              <a:latin typeface="Microsoft YaHei UI" panose="020B0503020204020204" pitchFamily="34" charset="-122"/>
              <a:ea typeface="Microsoft YaHei UI" panose="020B0503020204020204" pitchFamily="34" charset="-122"/>
            </a:rPr>
            <a:t>MfxGlide</a:t>
          </a:r>
          <a:endParaRPr lang="zh-CN" altLang="en-US" sz="2000" cap="none" baseline="0" noProof="0" dirty="0">
            <a:solidFill>
              <a:schemeClr val="accent1"/>
            </a:solidFill>
            <a:latin typeface="Microsoft YaHei UI" panose="020B0503020204020204" pitchFamily="34" charset="-122"/>
            <a:ea typeface="Microsoft YaHei UI" panose="020B0503020204020204" pitchFamily="34" charset="-122"/>
          </a:endParaRPr>
        </a:p>
      </dgm:t>
    </dgm:pt>
    <dgm:pt modelId="{071F71CB-2E91-4706-8580-7A9507D3498C}" type="parTrans" cxnId="{06F43257-D3EF-4021-8B4C-8FF549290723}">
      <dgm:prSet/>
      <dgm:spPr/>
      <dgm:t>
        <a:bodyPr rtlCol="0"/>
        <a:lstStyle/>
        <a:p>
          <a:pPr rtl="0"/>
          <a:endParaRPr lang="zh-CN" altLang="en-US" noProof="0" dirty="0">
            <a:latin typeface="Microsoft YaHei UI" panose="020B0503020204020204" pitchFamily="34" charset="-122"/>
            <a:ea typeface="Microsoft YaHei UI" panose="020B0503020204020204" pitchFamily="34" charset="-122"/>
          </a:endParaRPr>
        </a:p>
      </dgm:t>
    </dgm:pt>
    <dgm:pt modelId="{2B883F14-5874-45D7-94D5-8F5162A57A1C}" type="sibTrans" cxnId="{06F43257-D3EF-4021-8B4C-8FF549290723}">
      <dgm:prSet/>
      <dgm:spPr/>
      <dgm:t>
        <a:bodyPr rtlCol="0"/>
        <a:lstStyle/>
        <a:p>
          <a:pPr rtl="0"/>
          <a:endParaRPr lang="zh-CN" altLang="en-US" noProof="0" dirty="0">
            <a:latin typeface="Microsoft YaHei UI" panose="020B0503020204020204" pitchFamily="34" charset="-122"/>
            <a:ea typeface="Microsoft YaHei UI" panose="020B0503020204020204" pitchFamily="34" charset="-122"/>
          </a:endParaRPr>
        </a:p>
      </dgm:t>
    </dgm:pt>
    <dgm:pt modelId="{5F527937-CD5F-4682-B04B-CEBA79E99ED4}">
      <dgm:prSet custT="1"/>
      <dgm:spPr/>
      <dgm:t>
        <a:bodyPr rtlCol="0"/>
        <a:lstStyle/>
        <a:p>
          <a:pPr>
            <a:lnSpc>
              <a:spcPct val="100000"/>
            </a:lnSpc>
            <a:defRPr cap="all"/>
          </a:pPr>
          <a:r>
            <a:rPr lang="en-US" altLang="zh-CN" sz="2000" cap="none" baseline="0" noProof="0">
              <a:solidFill>
                <a:schemeClr val="accent1"/>
              </a:solidFill>
              <a:latin typeface="Microsoft YaHei UI" panose="020B0503020204020204" pitchFamily="34" charset="-122"/>
              <a:ea typeface="Microsoft YaHei UI" panose="020B0503020204020204" pitchFamily="34" charset="-122"/>
            </a:rPr>
            <a:t>--</a:t>
          </a:r>
          <a:endParaRPr lang="zh-CN" altLang="en-US" sz="2000" cap="none" baseline="0" noProof="0" dirty="0">
            <a:solidFill>
              <a:schemeClr val="accent1"/>
            </a:solidFill>
            <a:latin typeface="Microsoft YaHei UI" panose="020B0503020204020204" pitchFamily="34" charset="-122"/>
            <a:ea typeface="Microsoft YaHei UI" panose="020B0503020204020204" pitchFamily="34" charset="-122"/>
          </a:endParaRPr>
        </a:p>
      </dgm:t>
    </dgm:pt>
    <dgm:pt modelId="{FBFBF700-F8A4-474A-A342-2C1752EB13B8}" type="parTrans" cxnId="{FEEC04FE-33FF-4741-8C41-C1313093F66A}">
      <dgm:prSet/>
      <dgm:spPr/>
      <dgm:t>
        <a:bodyPr rtlCol="0"/>
        <a:lstStyle/>
        <a:p>
          <a:pPr rtl="0"/>
          <a:endParaRPr lang="zh-CN" altLang="en-US" noProof="0" dirty="0">
            <a:latin typeface="Microsoft YaHei UI" panose="020B0503020204020204" pitchFamily="34" charset="-122"/>
            <a:ea typeface="Microsoft YaHei UI" panose="020B0503020204020204" pitchFamily="34" charset="-122"/>
          </a:endParaRPr>
        </a:p>
      </dgm:t>
    </dgm:pt>
    <dgm:pt modelId="{6609A378-B1CD-4490-BAD7-454637280DC6}" type="sibTrans" cxnId="{FEEC04FE-33FF-4741-8C41-C1313093F66A}">
      <dgm:prSet/>
      <dgm:spPr/>
      <dgm:t>
        <a:bodyPr rtlCol="0"/>
        <a:lstStyle/>
        <a:p>
          <a:pPr rtl="0"/>
          <a:endParaRPr lang="zh-CN" altLang="en-US" noProof="0" dirty="0">
            <a:latin typeface="Microsoft YaHei UI" panose="020B0503020204020204" pitchFamily="34" charset="-122"/>
            <a:ea typeface="Microsoft YaHei UI" panose="020B0503020204020204" pitchFamily="34" charset="-122"/>
          </a:endParaRPr>
        </a:p>
      </dgm:t>
    </dgm:pt>
    <dgm:pt modelId="{67FFBD6F-56B0-43EB-BBD0-B4BD04E7A66C}">
      <dgm:prSet custT="1"/>
      <dgm:spPr/>
      <dgm:t>
        <a:bodyPr rtlCol="0"/>
        <a:lstStyle/>
        <a:p>
          <a:pPr>
            <a:lnSpc>
              <a:spcPct val="100000"/>
            </a:lnSpc>
            <a:defRPr cap="all"/>
          </a:pPr>
          <a:r>
            <a:rPr lang="en-US" altLang="zh-CN" sz="2000" cap="none" noProof="0">
              <a:solidFill>
                <a:schemeClr val="accent1"/>
              </a:solidFill>
              <a:latin typeface="Microsoft YaHei UI" panose="020B0503020204020204" pitchFamily="34" charset="-122"/>
              <a:ea typeface="Microsoft YaHei UI" panose="020B0503020204020204" pitchFamily="34" charset="-122"/>
            </a:rPr>
            <a:t>--</a:t>
          </a:r>
          <a:endParaRPr lang="zh-CN" altLang="en-US" sz="2000" cap="none" noProof="0" dirty="0">
            <a:solidFill>
              <a:schemeClr val="accent1"/>
            </a:solidFill>
            <a:latin typeface="Microsoft YaHei UI" panose="020B0503020204020204" pitchFamily="34" charset="-122"/>
            <a:ea typeface="Microsoft YaHei UI" panose="020B0503020204020204" pitchFamily="34" charset="-122"/>
          </a:endParaRPr>
        </a:p>
      </dgm:t>
    </dgm:pt>
    <dgm:pt modelId="{467E952F-FCBD-4614-9654-273CCC048B2A}" type="parTrans" cxnId="{A2A8C156-4F81-4A90-B08E-225C5B39F500}">
      <dgm:prSet/>
      <dgm:spPr/>
      <dgm:t>
        <a:bodyPr rtlCol="0"/>
        <a:lstStyle/>
        <a:p>
          <a:pPr rtl="0"/>
          <a:endParaRPr lang="zh-CN" altLang="en-US" noProof="0" dirty="0">
            <a:latin typeface="Microsoft YaHei UI" panose="020B0503020204020204" pitchFamily="34" charset="-122"/>
            <a:ea typeface="Microsoft YaHei UI" panose="020B0503020204020204" pitchFamily="34" charset="-122"/>
          </a:endParaRPr>
        </a:p>
      </dgm:t>
    </dgm:pt>
    <dgm:pt modelId="{997EED20-EB8B-4654-845F-95E376501A61}" type="sibTrans" cxnId="{A2A8C156-4F81-4A90-B08E-225C5B39F500}">
      <dgm:prSet/>
      <dgm:spPr/>
      <dgm:t>
        <a:bodyPr rtlCol="0"/>
        <a:lstStyle/>
        <a:p>
          <a:pPr rtl="0"/>
          <a:endParaRPr lang="zh-CN" altLang="en-US" noProof="0" dirty="0">
            <a:latin typeface="Microsoft YaHei UI" panose="020B0503020204020204" pitchFamily="34" charset="-122"/>
            <a:ea typeface="Microsoft YaHei UI" panose="020B0503020204020204" pitchFamily="34" charset="-122"/>
          </a:endParaRPr>
        </a:p>
      </dgm:t>
    </dgm:pt>
    <dgm:pt modelId="{BBF80FC7-D448-4483-A6C9-4EAE4BE5CAF2}" type="pres">
      <dgm:prSet presAssocID="{23048C61-36D6-4B73-9AF4-D31B74104F82}" presName="root" presStyleCnt="0">
        <dgm:presLayoutVars>
          <dgm:dir/>
          <dgm:resizeHandles val="exact"/>
        </dgm:presLayoutVars>
      </dgm:prSet>
      <dgm:spPr/>
    </dgm:pt>
    <dgm:pt modelId="{1CB2887D-20AE-4102-930D-CD170E422C5F}" type="pres">
      <dgm:prSet presAssocID="{AF583F91-332F-4E72-A1E0-987BFD089F88}" presName="compNode" presStyleCnt="0"/>
      <dgm:spPr/>
    </dgm:pt>
    <dgm:pt modelId="{B99A65BE-757B-4D84-B5FE-48104FC06414}" type="pres">
      <dgm:prSet presAssocID="{AF583F91-332F-4E72-A1E0-987BFD089F88}" presName="iconBgRect" presStyleLbl="bgShp" presStyleIdx="0" presStyleCnt="4"/>
      <dgm:spPr>
        <a:noFill/>
      </dgm:spPr>
    </dgm:pt>
    <dgm:pt modelId="{7EEB8DAD-99AC-4FE8-BD91-AB3BBD920121}" type="pres">
      <dgm:prSet presAssocID="{AF583F91-332F-4E72-A1E0-987BFD089F8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Palette"/>
        </a:ext>
      </dgm:extLst>
    </dgm:pt>
    <dgm:pt modelId="{86FC1905-CC68-4E87-A989-7A09ED799ACD}" type="pres">
      <dgm:prSet presAssocID="{AF583F91-332F-4E72-A1E0-987BFD089F88}" presName="spaceRect" presStyleCnt="0"/>
      <dgm:spPr/>
    </dgm:pt>
    <dgm:pt modelId="{A2D6B74B-D7F6-461D-9A3E-29AE873A88E7}" type="pres">
      <dgm:prSet presAssocID="{AF583F91-332F-4E72-A1E0-987BFD089F88}" presName="textRect" presStyleLbl="revTx" presStyleIdx="0" presStyleCnt="4" custLinFactNeighborY="-71795">
        <dgm:presLayoutVars>
          <dgm:chMax val="1"/>
          <dgm:chPref val="1"/>
        </dgm:presLayoutVars>
      </dgm:prSet>
      <dgm:spPr/>
    </dgm:pt>
    <dgm:pt modelId="{C3C50DCF-AD83-48B8-84E3-B3AFA60C3F8D}" type="pres">
      <dgm:prSet presAssocID="{705CEAA8-675D-47C0-8F48-2F40A711E383}" presName="sibTrans" presStyleCnt="0"/>
      <dgm:spPr/>
    </dgm:pt>
    <dgm:pt modelId="{DDDA15A8-587D-4B5D-A7BE-FB262C0CAF4E}" type="pres">
      <dgm:prSet presAssocID="{520A53C9-ECE9-46F5-88D2-D48EC507F57E}" presName="compNode" presStyleCnt="0"/>
      <dgm:spPr/>
    </dgm:pt>
    <dgm:pt modelId="{ADBD35B6-559C-4E4F-9574-4BA9274B6091}" type="pres">
      <dgm:prSet presAssocID="{520A53C9-ECE9-46F5-88D2-D48EC507F57E}" presName="iconBgRect" presStyleLbl="bgShp" presStyleIdx="1" presStyleCnt="4" custLinFactNeighborX="-19312"/>
      <dgm:spPr>
        <a:noFill/>
      </dgm:spPr>
    </dgm:pt>
    <dgm:pt modelId="{B868A014-8E16-413C-B8AE-3003DEB6A9F2}" type="pres">
      <dgm:prSet presAssocID="{520A53C9-ECE9-46F5-88D2-D48EC507F57E}" presName="iconRect" presStyleLbl="node1" presStyleIdx="1" presStyleCnt="4" custLinFactNeighborX="-33649"/>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Users"/>
        </a:ext>
      </dgm:extLst>
    </dgm:pt>
    <dgm:pt modelId="{E48EBF2C-CCD0-4E01-9A73-A0DE921C18F0}" type="pres">
      <dgm:prSet presAssocID="{520A53C9-ECE9-46F5-88D2-D48EC507F57E}" presName="spaceRect" presStyleCnt="0"/>
      <dgm:spPr/>
    </dgm:pt>
    <dgm:pt modelId="{0DCE97C5-E889-40B4-8BE0-94BAA197A527}" type="pres">
      <dgm:prSet presAssocID="{520A53C9-ECE9-46F5-88D2-D48EC507F57E}" presName="textRect" presStyleLbl="revTx" presStyleIdx="1" presStyleCnt="4" custLinFactNeighborX="-11776" custLinFactNeighborY="-71795">
        <dgm:presLayoutVars>
          <dgm:chMax val="1"/>
          <dgm:chPref val="1"/>
        </dgm:presLayoutVars>
      </dgm:prSet>
      <dgm:spPr/>
    </dgm:pt>
    <dgm:pt modelId="{28600D5A-B3F1-42A9-A790-B2733331BD58}" type="pres">
      <dgm:prSet presAssocID="{2B883F14-5874-45D7-94D5-8F5162A57A1C}" presName="sibTrans" presStyleCnt="0"/>
      <dgm:spPr/>
    </dgm:pt>
    <dgm:pt modelId="{083D6136-A58E-46F1-A866-3D3D120706A2}" type="pres">
      <dgm:prSet presAssocID="{5F527937-CD5F-4682-B04B-CEBA79E99ED4}" presName="compNode" presStyleCnt="0"/>
      <dgm:spPr/>
    </dgm:pt>
    <dgm:pt modelId="{7C7730D2-6F5C-4C07-B6C9-7B78FB830E86}" type="pres">
      <dgm:prSet presAssocID="{5F527937-CD5F-4682-B04B-CEBA79E99ED4}" presName="iconBgRect" presStyleLbl="bgShp" presStyleIdx="2" presStyleCnt="4" custLinFactNeighborY="-95352"/>
      <dgm:spPr>
        <a:noFill/>
      </dgm:spPr>
    </dgm:pt>
    <dgm:pt modelId="{73DE5867-8622-4ECE-BF05-C44C4A70ACD9}" type="pres">
      <dgm:prSet presAssocID="{5F527937-CD5F-4682-B04B-CEBA79E99ED4}" presName="iconRect" presStyleLbl="node1" presStyleIdx="2" presStyleCnt="4" custLinFactY="-91422" custLinFactNeighborY="-100000"/>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Violin"/>
        </a:ext>
      </dgm:extLst>
    </dgm:pt>
    <dgm:pt modelId="{F4DE9A7E-7688-460B-B8B9-0ED123555AC3}" type="pres">
      <dgm:prSet presAssocID="{5F527937-CD5F-4682-B04B-CEBA79E99ED4}" presName="spaceRect" presStyleCnt="0"/>
      <dgm:spPr/>
    </dgm:pt>
    <dgm:pt modelId="{9A1458B1-9A61-4DC2-8626-D1B5B6AAF481}" type="pres">
      <dgm:prSet presAssocID="{5F527937-CD5F-4682-B04B-CEBA79E99ED4}" presName="textRect" presStyleLbl="revTx" presStyleIdx="2" presStyleCnt="4" custLinFactY="-100000" custLinFactNeighborY="-128245">
        <dgm:presLayoutVars>
          <dgm:chMax val="1"/>
          <dgm:chPref val="1"/>
        </dgm:presLayoutVars>
      </dgm:prSet>
      <dgm:spPr/>
    </dgm:pt>
    <dgm:pt modelId="{4724C23C-407F-482F-A2D0-67F596F6CFCA}" type="pres">
      <dgm:prSet presAssocID="{6609A378-B1CD-4490-BAD7-454637280DC6}" presName="sibTrans" presStyleCnt="0"/>
      <dgm:spPr/>
    </dgm:pt>
    <dgm:pt modelId="{6FE1ADDD-0990-4D75-A5D5-EF81AF9FA32C}" type="pres">
      <dgm:prSet presAssocID="{67FFBD6F-56B0-43EB-BBD0-B4BD04E7A66C}" presName="compNode" presStyleCnt="0"/>
      <dgm:spPr/>
    </dgm:pt>
    <dgm:pt modelId="{36278FB6-E1FB-41C5-9E64-C3CD6347D9EE}" type="pres">
      <dgm:prSet presAssocID="{67FFBD6F-56B0-43EB-BBD0-B4BD04E7A66C}" presName="iconBgRect" presStyleLbl="bgShp" presStyleIdx="3" presStyleCnt="4" custLinFactNeighborX="-19312" custLinFactNeighborY="-95352"/>
      <dgm:spPr>
        <a:noFill/>
      </dgm:spPr>
    </dgm:pt>
    <dgm:pt modelId="{DFA4AADF-7CE3-49CE-9266-1FF1685AE72B}" type="pres">
      <dgm:prSet presAssocID="{67FFBD6F-56B0-43EB-BBD0-B4BD04E7A66C}" presName="iconRect" presStyleLbl="node1" presStyleIdx="3" presStyleCnt="4" custLinFactY="-91422" custLinFactNeighborX="-33649" custLinFactNeighborY="-100000"/>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Drama"/>
        </a:ext>
      </dgm:extLst>
    </dgm:pt>
    <dgm:pt modelId="{664BDC54-3C32-4107-A9C7-14DDE767E150}" type="pres">
      <dgm:prSet presAssocID="{67FFBD6F-56B0-43EB-BBD0-B4BD04E7A66C}" presName="spaceRect" presStyleCnt="0"/>
      <dgm:spPr/>
    </dgm:pt>
    <dgm:pt modelId="{E1F920E6-D82F-406A-9C4B-D9A87DB39F98}" type="pres">
      <dgm:prSet presAssocID="{67FFBD6F-56B0-43EB-BBD0-B4BD04E7A66C}" presName="textRect" presStyleLbl="revTx" presStyleIdx="3" presStyleCnt="4" custLinFactY="-100000" custLinFactNeighborX="-11776" custLinFactNeighborY="-128245">
        <dgm:presLayoutVars>
          <dgm:chMax val="1"/>
          <dgm:chPref val="1"/>
        </dgm:presLayoutVars>
      </dgm:prSet>
      <dgm:spPr/>
    </dgm:pt>
  </dgm:ptLst>
  <dgm:cxnLst>
    <dgm:cxn modelId="{05B12F0F-6F0A-49C6-AC8A-4567B312BFC0}" type="presOf" srcId="{23048C61-36D6-4B73-9AF4-D31B74104F82}" destId="{BBF80FC7-D448-4483-A6C9-4EAE4BE5CAF2}" srcOrd="0" destOrd="0" presId="urn:microsoft.com/office/officeart/2018/5/layout/IconCircleLabelList"/>
    <dgm:cxn modelId="{B08A5928-0428-4FCE-A1D0-9A9FF09077A8}" type="presOf" srcId="{520A53C9-ECE9-46F5-88D2-D48EC507F57E}" destId="{0DCE97C5-E889-40B4-8BE0-94BAA197A527}" srcOrd="0" destOrd="0" presId="urn:microsoft.com/office/officeart/2018/5/layout/IconCircleLabelList"/>
    <dgm:cxn modelId="{7BA2753E-F22F-4DED-85A6-7BD4D9E8C9ED}" type="presOf" srcId="{5F527937-CD5F-4682-B04B-CEBA79E99ED4}" destId="{9A1458B1-9A61-4DC2-8626-D1B5B6AAF481}" srcOrd="0" destOrd="0" presId="urn:microsoft.com/office/officeart/2018/5/layout/IconCircleLabelList"/>
    <dgm:cxn modelId="{A68E0B67-A0CF-423E-9B01-65F9A6E5BDCF}" srcId="{23048C61-36D6-4B73-9AF4-D31B74104F82}" destId="{AF583F91-332F-4E72-A1E0-987BFD089F88}" srcOrd="0" destOrd="0" parTransId="{64596A89-BBA0-45D0-8E22-7BBC2F943B47}" sibTransId="{705CEAA8-675D-47C0-8F48-2F40A711E383}"/>
    <dgm:cxn modelId="{A2A8C156-4F81-4A90-B08E-225C5B39F500}" srcId="{23048C61-36D6-4B73-9AF4-D31B74104F82}" destId="{67FFBD6F-56B0-43EB-BBD0-B4BD04E7A66C}" srcOrd="3" destOrd="0" parTransId="{467E952F-FCBD-4614-9654-273CCC048B2A}" sibTransId="{997EED20-EB8B-4654-845F-95E376501A61}"/>
    <dgm:cxn modelId="{06F43257-D3EF-4021-8B4C-8FF549290723}" srcId="{23048C61-36D6-4B73-9AF4-D31B74104F82}" destId="{520A53C9-ECE9-46F5-88D2-D48EC507F57E}" srcOrd="1" destOrd="0" parTransId="{071F71CB-2E91-4706-8580-7A9507D3498C}" sibTransId="{2B883F14-5874-45D7-94D5-8F5162A57A1C}"/>
    <dgm:cxn modelId="{AD95718B-F7A3-4800-BE50-579D98FB2CD8}" type="presOf" srcId="{AF583F91-332F-4E72-A1E0-987BFD089F88}" destId="{A2D6B74B-D7F6-461D-9A3E-29AE873A88E7}" srcOrd="0" destOrd="0" presId="urn:microsoft.com/office/officeart/2018/5/layout/IconCircleLabelList"/>
    <dgm:cxn modelId="{018D8498-9748-48EF-AF04-32A4DC5691ED}" type="presOf" srcId="{67FFBD6F-56B0-43EB-BBD0-B4BD04E7A66C}" destId="{E1F920E6-D82F-406A-9C4B-D9A87DB39F98}" srcOrd="0" destOrd="0" presId="urn:microsoft.com/office/officeart/2018/5/layout/IconCircleLabelList"/>
    <dgm:cxn modelId="{FEEC04FE-33FF-4741-8C41-C1313093F66A}" srcId="{23048C61-36D6-4B73-9AF4-D31B74104F82}" destId="{5F527937-CD5F-4682-B04B-CEBA79E99ED4}" srcOrd="2" destOrd="0" parTransId="{FBFBF700-F8A4-474A-A342-2C1752EB13B8}" sibTransId="{6609A378-B1CD-4490-BAD7-454637280DC6}"/>
    <dgm:cxn modelId="{9177DF96-F800-4444-A506-0900FCD8B68A}" type="presParOf" srcId="{BBF80FC7-D448-4483-A6C9-4EAE4BE5CAF2}" destId="{1CB2887D-20AE-4102-930D-CD170E422C5F}" srcOrd="0" destOrd="0" presId="urn:microsoft.com/office/officeart/2018/5/layout/IconCircleLabelList"/>
    <dgm:cxn modelId="{7A6B77C7-D16E-4505-95AD-F6F798DC4B26}" type="presParOf" srcId="{1CB2887D-20AE-4102-930D-CD170E422C5F}" destId="{B99A65BE-757B-4D84-B5FE-48104FC06414}" srcOrd="0" destOrd="0" presId="urn:microsoft.com/office/officeart/2018/5/layout/IconCircleLabelList"/>
    <dgm:cxn modelId="{FC4108CD-605B-4A0C-9A5D-1066EC2EE49A}" type="presParOf" srcId="{1CB2887D-20AE-4102-930D-CD170E422C5F}" destId="{7EEB8DAD-99AC-4FE8-BD91-AB3BBD920121}" srcOrd="1" destOrd="0" presId="urn:microsoft.com/office/officeart/2018/5/layout/IconCircleLabelList"/>
    <dgm:cxn modelId="{DE55D038-7474-42D7-954B-E243E84618B2}" type="presParOf" srcId="{1CB2887D-20AE-4102-930D-CD170E422C5F}" destId="{86FC1905-CC68-4E87-A989-7A09ED799ACD}" srcOrd="2" destOrd="0" presId="urn:microsoft.com/office/officeart/2018/5/layout/IconCircleLabelList"/>
    <dgm:cxn modelId="{42E105ED-8042-4C65-B9AD-62034CE50101}" type="presParOf" srcId="{1CB2887D-20AE-4102-930D-CD170E422C5F}" destId="{A2D6B74B-D7F6-461D-9A3E-29AE873A88E7}" srcOrd="3" destOrd="0" presId="urn:microsoft.com/office/officeart/2018/5/layout/IconCircleLabelList"/>
    <dgm:cxn modelId="{A14E7826-F652-4235-A09A-D6DB4F472E35}" type="presParOf" srcId="{BBF80FC7-D448-4483-A6C9-4EAE4BE5CAF2}" destId="{C3C50DCF-AD83-48B8-84E3-B3AFA60C3F8D}" srcOrd="1" destOrd="0" presId="urn:microsoft.com/office/officeart/2018/5/layout/IconCircleLabelList"/>
    <dgm:cxn modelId="{C8E07313-64BE-4F3B-BA16-21C2243B78F0}" type="presParOf" srcId="{BBF80FC7-D448-4483-A6C9-4EAE4BE5CAF2}" destId="{DDDA15A8-587D-4B5D-A7BE-FB262C0CAF4E}" srcOrd="2" destOrd="0" presId="urn:microsoft.com/office/officeart/2018/5/layout/IconCircleLabelList"/>
    <dgm:cxn modelId="{11D46087-662B-4FB0-AB5B-1C6ADF8F217F}" type="presParOf" srcId="{DDDA15A8-587D-4B5D-A7BE-FB262C0CAF4E}" destId="{ADBD35B6-559C-4E4F-9574-4BA9274B6091}" srcOrd="0" destOrd="0" presId="urn:microsoft.com/office/officeart/2018/5/layout/IconCircleLabelList"/>
    <dgm:cxn modelId="{45305C69-A4D1-4592-BF1F-488F851C2E72}" type="presParOf" srcId="{DDDA15A8-587D-4B5D-A7BE-FB262C0CAF4E}" destId="{B868A014-8E16-413C-B8AE-3003DEB6A9F2}" srcOrd="1" destOrd="0" presId="urn:microsoft.com/office/officeart/2018/5/layout/IconCircleLabelList"/>
    <dgm:cxn modelId="{00612BFE-89DD-48E9-8E84-F5D1305A62BF}" type="presParOf" srcId="{DDDA15A8-587D-4B5D-A7BE-FB262C0CAF4E}" destId="{E48EBF2C-CCD0-4E01-9A73-A0DE921C18F0}" srcOrd="2" destOrd="0" presId="urn:microsoft.com/office/officeart/2018/5/layout/IconCircleLabelList"/>
    <dgm:cxn modelId="{8E9D7D65-FF3C-461D-A899-41626B03C0F6}" type="presParOf" srcId="{DDDA15A8-587D-4B5D-A7BE-FB262C0CAF4E}" destId="{0DCE97C5-E889-40B4-8BE0-94BAA197A527}" srcOrd="3" destOrd="0" presId="urn:microsoft.com/office/officeart/2018/5/layout/IconCircleLabelList"/>
    <dgm:cxn modelId="{5B069564-2257-4334-AB24-2BC45BA896A6}" type="presParOf" srcId="{BBF80FC7-D448-4483-A6C9-4EAE4BE5CAF2}" destId="{28600D5A-B3F1-42A9-A790-B2733331BD58}" srcOrd="3" destOrd="0" presId="urn:microsoft.com/office/officeart/2018/5/layout/IconCircleLabelList"/>
    <dgm:cxn modelId="{73B81779-D6F7-4B0E-900E-394D99B353B3}" type="presParOf" srcId="{BBF80FC7-D448-4483-A6C9-4EAE4BE5CAF2}" destId="{083D6136-A58E-46F1-A866-3D3D120706A2}" srcOrd="4" destOrd="0" presId="urn:microsoft.com/office/officeart/2018/5/layout/IconCircleLabelList"/>
    <dgm:cxn modelId="{D4A076EE-3EF2-468E-B65E-B43516881C15}" type="presParOf" srcId="{083D6136-A58E-46F1-A866-3D3D120706A2}" destId="{7C7730D2-6F5C-4C07-B6C9-7B78FB830E86}" srcOrd="0" destOrd="0" presId="urn:microsoft.com/office/officeart/2018/5/layout/IconCircleLabelList"/>
    <dgm:cxn modelId="{3B0ED5D5-CEF5-4086-B276-41E7BC4DD0AE}" type="presParOf" srcId="{083D6136-A58E-46F1-A866-3D3D120706A2}" destId="{73DE5867-8622-4ECE-BF05-C44C4A70ACD9}" srcOrd="1" destOrd="0" presId="urn:microsoft.com/office/officeart/2018/5/layout/IconCircleLabelList"/>
    <dgm:cxn modelId="{EFDFEEB2-8098-42CA-992E-9B3E09460CDA}" type="presParOf" srcId="{083D6136-A58E-46F1-A866-3D3D120706A2}" destId="{F4DE9A7E-7688-460B-B8B9-0ED123555AC3}" srcOrd="2" destOrd="0" presId="urn:microsoft.com/office/officeart/2018/5/layout/IconCircleLabelList"/>
    <dgm:cxn modelId="{0CE4EF0C-A9E0-4F18-9C12-E0A526EFDE2C}" type="presParOf" srcId="{083D6136-A58E-46F1-A866-3D3D120706A2}" destId="{9A1458B1-9A61-4DC2-8626-D1B5B6AAF481}" srcOrd="3" destOrd="0" presId="urn:microsoft.com/office/officeart/2018/5/layout/IconCircleLabelList"/>
    <dgm:cxn modelId="{AD1BB634-B780-4F0D-97D1-C03AC7A4ACA9}" type="presParOf" srcId="{BBF80FC7-D448-4483-A6C9-4EAE4BE5CAF2}" destId="{4724C23C-407F-482F-A2D0-67F596F6CFCA}" srcOrd="5" destOrd="0" presId="urn:microsoft.com/office/officeart/2018/5/layout/IconCircleLabelList"/>
    <dgm:cxn modelId="{43CD0A8C-F208-4397-9E4F-4EFDDD1C471F}" type="presParOf" srcId="{BBF80FC7-D448-4483-A6C9-4EAE4BE5CAF2}" destId="{6FE1ADDD-0990-4D75-A5D5-EF81AF9FA32C}" srcOrd="6" destOrd="0" presId="urn:microsoft.com/office/officeart/2018/5/layout/IconCircleLabelList"/>
    <dgm:cxn modelId="{2C86013F-9F2B-467E-A3C3-CC86A889A19A}" type="presParOf" srcId="{6FE1ADDD-0990-4D75-A5D5-EF81AF9FA32C}" destId="{36278FB6-E1FB-41C5-9E64-C3CD6347D9EE}" srcOrd="0" destOrd="0" presId="urn:microsoft.com/office/officeart/2018/5/layout/IconCircleLabelList"/>
    <dgm:cxn modelId="{C1E93950-F73E-4082-89BB-3EE260072231}" type="presParOf" srcId="{6FE1ADDD-0990-4D75-A5D5-EF81AF9FA32C}" destId="{DFA4AADF-7CE3-49CE-9266-1FF1685AE72B}" srcOrd="1" destOrd="0" presId="urn:microsoft.com/office/officeart/2018/5/layout/IconCircleLabelList"/>
    <dgm:cxn modelId="{38886F3A-5FC8-4985-9906-B5DF45B7232B}" type="presParOf" srcId="{6FE1ADDD-0990-4D75-A5D5-EF81AF9FA32C}" destId="{664BDC54-3C32-4107-A9C7-14DDE767E150}" srcOrd="2" destOrd="0" presId="urn:microsoft.com/office/officeart/2018/5/layout/IconCircleLabelList"/>
    <dgm:cxn modelId="{CD2EC769-493B-4B65-8116-E229A398DC8E}" type="presParOf" srcId="{6FE1ADDD-0990-4D75-A5D5-EF81AF9FA32C}" destId="{E1F920E6-D82F-406A-9C4B-D9A87DB39F98}" srcOrd="3" destOrd="0" presId="urn:microsoft.com/office/officeart/2018/5/layout/IconCircleLabelList"/>
  </dgm:cxn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9A65BE-757B-4D84-B5FE-48104FC06414}">
      <dsp:nvSpPr>
        <dsp:cNvPr id="0" name=""/>
        <dsp:cNvSpPr/>
      </dsp:nvSpPr>
      <dsp:spPr>
        <a:xfrm>
          <a:off x="1019655" y="15299"/>
          <a:ext cx="1098000" cy="1098000"/>
        </a:xfrm>
        <a:prstGeom prst="ellipse">
          <a:avLst/>
        </a:prstGeom>
        <a:noFill/>
        <a:ln>
          <a:noFill/>
        </a:ln>
        <a:effectLst/>
      </dsp:spPr>
      <dsp:style>
        <a:lnRef idx="0">
          <a:scrgbClr r="0" g="0" b="0"/>
        </a:lnRef>
        <a:fillRef idx="1">
          <a:scrgbClr r="0" g="0" b="0"/>
        </a:fillRef>
        <a:effectRef idx="2">
          <a:scrgbClr r="0" g="0" b="0"/>
        </a:effectRef>
        <a:fontRef idx="minor"/>
      </dsp:style>
    </dsp:sp>
    <dsp:sp modelId="{7EEB8DAD-99AC-4FE8-BD91-AB3BBD920121}">
      <dsp:nvSpPr>
        <dsp:cNvPr id="0" name=""/>
        <dsp:cNvSpPr/>
      </dsp:nvSpPr>
      <dsp:spPr>
        <a:xfrm>
          <a:off x="1253655" y="249299"/>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A2D6B74B-D7F6-461D-9A3E-29AE873A88E7}">
      <dsp:nvSpPr>
        <dsp:cNvPr id="0" name=""/>
        <dsp:cNvSpPr/>
      </dsp:nvSpPr>
      <dsp:spPr>
        <a:xfrm>
          <a:off x="668655" y="93837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889000">
            <a:lnSpc>
              <a:spcPct val="100000"/>
            </a:lnSpc>
            <a:spcBef>
              <a:spcPct val="0"/>
            </a:spcBef>
            <a:spcAft>
              <a:spcPct val="35000"/>
            </a:spcAft>
            <a:buNone/>
            <a:defRPr cap="all"/>
          </a:pPr>
          <a:r>
            <a:rPr lang="en-US" altLang="zh-CN" sz="2000" kern="1200" cap="none" baseline="0" noProof="0">
              <a:solidFill>
                <a:schemeClr val="accent1"/>
              </a:solidFill>
              <a:latin typeface="Microsoft YaHei UI" panose="020B0503020204020204" pitchFamily="34" charset="-122"/>
              <a:ea typeface="Microsoft YaHei UI" panose="020B0503020204020204" pitchFamily="34" charset="-122"/>
            </a:rPr>
            <a:t>MFX</a:t>
          </a:r>
          <a:r>
            <a:rPr lang="zh-CN" altLang="en-US" sz="2000" kern="1200" cap="none" baseline="0" noProof="0">
              <a:solidFill>
                <a:schemeClr val="accent1"/>
              </a:solidFill>
              <a:latin typeface="Microsoft YaHei UI" panose="020B0503020204020204" pitchFamily="34" charset="-122"/>
              <a:ea typeface="Microsoft YaHei UI" panose="020B0503020204020204" pitchFamily="34" charset="-122"/>
            </a:rPr>
            <a:t>基本类型</a:t>
          </a:r>
          <a:endParaRPr lang="zh-CN" altLang="en-US" sz="2000" kern="1200" cap="none" baseline="0" noProof="0" dirty="0">
            <a:solidFill>
              <a:schemeClr val="accent1"/>
            </a:solidFill>
            <a:latin typeface="Microsoft YaHei UI" panose="020B0503020204020204" pitchFamily="34" charset="-122"/>
            <a:ea typeface="Microsoft YaHei UI" panose="020B0503020204020204" pitchFamily="34" charset="-122"/>
          </a:endParaRPr>
        </a:p>
      </dsp:txBody>
      <dsp:txXfrm>
        <a:off x="668655" y="938375"/>
        <a:ext cx="1800000" cy="720000"/>
      </dsp:txXfrm>
    </dsp:sp>
    <dsp:sp modelId="{ADBD35B6-559C-4E4F-9574-4BA9274B6091}">
      <dsp:nvSpPr>
        <dsp:cNvPr id="0" name=""/>
        <dsp:cNvSpPr/>
      </dsp:nvSpPr>
      <dsp:spPr>
        <a:xfrm>
          <a:off x="2922609" y="15299"/>
          <a:ext cx="1098000" cy="1098000"/>
        </a:xfrm>
        <a:prstGeom prst="ellipse">
          <a:avLst/>
        </a:prstGeom>
        <a:noFill/>
        <a:ln>
          <a:noFill/>
        </a:ln>
        <a:effectLst/>
      </dsp:spPr>
      <dsp:style>
        <a:lnRef idx="0">
          <a:scrgbClr r="0" g="0" b="0"/>
        </a:lnRef>
        <a:fillRef idx="1">
          <a:scrgbClr r="0" g="0" b="0"/>
        </a:fillRef>
        <a:effectRef idx="2">
          <a:scrgbClr r="0" g="0" b="0"/>
        </a:effectRef>
        <a:fontRef idx="minor"/>
      </dsp:style>
    </dsp:sp>
    <dsp:sp modelId="{B868A014-8E16-413C-B8AE-3003DEB6A9F2}">
      <dsp:nvSpPr>
        <dsp:cNvPr id="0" name=""/>
        <dsp:cNvSpPr/>
      </dsp:nvSpPr>
      <dsp:spPr>
        <a:xfrm>
          <a:off x="3156666" y="249299"/>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0DCE97C5-E889-40B4-8BE0-94BAA197A527}">
      <dsp:nvSpPr>
        <dsp:cNvPr id="0" name=""/>
        <dsp:cNvSpPr/>
      </dsp:nvSpPr>
      <dsp:spPr>
        <a:xfrm>
          <a:off x="2571687" y="93837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889000">
            <a:lnSpc>
              <a:spcPct val="100000"/>
            </a:lnSpc>
            <a:spcBef>
              <a:spcPct val="0"/>
            </a:spcBef>
            <a:spcAft>
              <a:spcPct val="35000"/>
            </a:spcAft>
            <a:buNone/>
            <a:defRPr cap="all"/>
          </a:pPr>
          <a:r>
            <a:rPr lang="en-US" altLang="zh-CN" sz="2000" kern="1200" cap="none" baseline="0" noProof="0">
              <a:solidFill>
                <a:schemeClr val="accent1"/>
              </a:solidFill>
              <a:latin typeface="Microsoft YaHei UI" panose="020B0503020204020204" pitchFamily="34" charset="-122"/>
              <a:ea typeface="Microsoft YaHei UI" panose="020B0503020204020204" pitchFamily="34" charset="-122"/>
            </a:rPr>
            <a:t>MfxGlide</a:t>
          </a:r>
          <a:endParaRPr lang="zh-CN" altLang="en-US" sz="2000" kern="1200" cap="none" baseline="0" noProof="0" dirty="0">
            <a:solidFill>
              <a:schemeClr val="accent1"/>
            </a:solidFill>
            <a:latin typeface="Microsoft YaHei UI" panose="020B0503020204020204" pitchFamily="34" charset="-122"/>
            <a:ea typeface="Microsoft YaHei UI" panose="020B0503020204020204" pitchFamily="34" charset="-122"/>
          </a:endParaRPr>
        </a:p>
      </dsp:txBody>
      <dsp:txXfrm>
        <a:off x="2571687" y="938375"/>
        <a:ext cx="1800000" cy="720000"/>
      </dsp:txXfrm>
    </dsp:sp>
    <dsp:sp modelId="{7C7730D2-6F5C-4C07-B6C9-7B78FB830E86}">
      <dsp:nvSpPr>
        <dsp:cNvPr id="0" name=""/>
        <dsp:cNvSpPr/>
      </dsp:nvSpPr>
      <dsp:spPr>
        <a:xfrm>
          <a:off x="1019655" y="1578334"/>
          <a:ext cx="1098000" cy="1098000"/>
        </a:xfrm>
        <a:prstGeom prst="ellipse">
          <a:avLst/>
        </a:prstGeom>
        <a:noFill/>
        <a:ln>
          <a:noFill/>
        </a:ln>
        <a:effectLst/>
      </dsp:spPr>
      <dsp:style>
        <a:lnRef idx="0">
          <a:scrgbClr r="0" g="0" b="0"/>
        </a:lnRef>
        <a:fillRef idx="1">
          <a:scrgbClr r="0" g="0" b="0"/>
        </a:fillRef>
        <a:effectRef idx="2">
          <a:scrgbClr r="0" g="0" b="0"/>
        </a:effectRef>
        <a:fontRef idx="minor"/>
      </dsp:style>
    </dsp:sp>
    <dsp:sp modelId="{73DE5867-8622-4ECE-BF05-C44C4A70ACD9}">
      <dsp:nvSpPr>
        <dsp:cNvPr id="0" name=""/>
        <dsp:cNvSpPr/>
      </dsp:nvSpPr>
      <dsp:spPr>
        <a:xfrm>
          <a:off x="1253655" y="1653340"/>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9A1458B1-9A61-4DC2-8626-D1B5B6AAF481}">
      <dsp:nvSpPr>
        <dsp:cNvPr id="0" name=""/>
        <dsp:cNvSpPr/>
      </dsp:nvSpPr>
      <dsp:spPr>
        <a:xfrm>
          <a:off x="668655" y="242193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889000">
            <a:lnSpc>
              <a:spcPct val="100000"/>
            </a:lnSpc>
            <a:spcBef>
              <a:spcPct val="0"/>
            </a:spcBef>
            <a:spcAft>
              <a:spcPct val="35000"/>
            </a:spcAft>
            <a:buNone/>
            <a:defRPr cap="all"/>
          </a:pPr>
          <a:r>
            <a:rPr lang="en-US" altLang="zh-CN" sz="2000" kern="1200" cap="none" baseline="0" noProof="0">
              <a:solidFill>
                <a:schemeClr val="accent1"/>
              </a:solidFill>
              <a:latin typeface="Microsoft YaHei UI" panose="020B0503020204020204" pitchFamily="34" charset="-122"/>
              <a:ea typeface="Microsoft YaHei UI" panose="020B0503020204020204" pitchFamily="34" charset="-122"/>
            </a:rPr>
            <a:t>--</a:t>
          </a:r>
          <a:endParaRPr lang="zh-CN" altLang="en-US" sz="2000" kern="1200" cap="none" baseline="0" noProof="0" dirty="0">
            <a:solidFill>
              <a:schemeClr val="accent1"/>
            </a:solidFill>
            <a:latin typeface="Microsoft YaHei UI" panose="020B0503020204020204" pitchFamily="34" charset="-122"/>
            <a:ea typeface="Microsoft YaHei UI" panose="020B0503020204020204" pitchFamily="34" charset="-122"/>
          </a:endParaRPr>
        </a:p>
      </dsp:txBody>
      <dsp:txXfrm>
        <a:off x="668655" y="2421935"/>
        <a:ext cx="1800000" cy="720000"/>
      </dsp:txXfrm>
    </dsp:sp>
    <dsp:sp modelId="{36278FB6-E1FB-41C5-9E64-C3CD6347D9EE}">
      <dsp:nvSpPr>
        <dsp:cNvPr id="0" name=""/>
        <dsp:cNvSpPr/>
      </dsp:nvSpPr>
      <dsp:spPr>
        <a:xfrm>
          <a:off x="2922609" y="1578334"/>
          <a:ext cx="1098000" cy="1098000"/>
        </a:xfrm>
        <a:prstGeom prst="ellipse">
          <a:avLst/>
        </a:prstGeom>
        <a:noFill/>
        <a:ln>
          <a:noFill/>
        </a:ln>
        <a:effectLst/>
      </dsp:spPr>
      <dsp:style>
        <a:lnRef idx="0">
          <a:scrgbClr r="0" g="0" b="0"/>
        </a:lnRef>
        <a:fillRef idx="1">
          <a:scrgbClr r="0" g="0" b="0"/>
        </a:fillRef>
        <a:effectRef idx="2">
          <a:scrgbClr r="0" g="0" b="0"/>
        </a:effectRef>
        <a:fontRef idx="minor"/>
      </dsp:style>
    </dsp:sp>
    <dsp:sp modelId="{DFA4AADF-7CE3-49CE-9266-1FF1685AE72B}">
      <dsp:nvSpPr>
        <dsp:cNvPr id="0" name=""/>
        <dsp:cNvSpPr/>
      </dsp:nvSpPr>
      <dsp:spPr>
        <a:xfrm>
          <a:off x="3156666" y="1653340"/>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E1F920E6-D82F-406A-9C4B-D9A87DB39F98}">
      <dsp:nvSpPr>
        <dsp:cNvPr id="0" name=""/>
        <dsp:cNvSpPr/>
      </dsp:nvSpPr>
      <dsp:spPr>
        <a:xfrm>
          <a:off x="2571687" y="242193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889000">
            <a:lnSpc>
              <a:spcPct val="100000"/>
            </a:lnSpc>
            <a:spcBef>
              <a:spcPct val="0"/>
            </a:spcBef>
            <a:spcAft>
              <a:spcPct val="35000"/>
            </a:spcAft>
            <a:buNone/>
            <a:defRPr cap="all"/>
          </a:pPr>
          <a:r>
            <a:rPr lang="en-US" altLang="zh-CN" sz="2000" kern="1200" cap="none" noProof="0">
              <a:solidFill>
                <a:schemeClr val="accent1"/>
              </a:solidFill>
              <a:latin typeface="Microsoft YaHei UI" panose="020B0503020204020204" pitchFamily="34" charset="-122"/>
              <a:ea typeface="Microsoft YaHei UI" panose="020B0503020204020204" pitchFamily="34" charset="-122"/>
            </a:rPr>
            <a:t>--</a:t>
          </a:r>
          <a:endParaRPr lang="zh-CN" altLang="en-US" sz="2000" kern="1200" cap="none" noProof="0" dirty="0">
            <a:solidFill>
              <a:schemeClr val="accent1"/>
            </a:solidFill>
            <a:latin typeface="Microsoft YaHei UI" panose="020B0503020204020204" pitchFamily="34" charset="-122"/>
            <a:ea typeface="Microsoft YaHei UI" panose="020B0503020204020204" pitchFamily="34" charset="-122"/>
          </a:endParaRPr>
        </a:p>
      </dsp:txBody>
      <dsp:txXfrm>
        <a:off x="2571687" y="2421935"/>
        <a:ext cx="18000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DF4C1764-85D5-4493-AFF2-102C8CCDCA4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Microsoft YaHei UI" panose="020B0503020204020204" pitchFamily="34" charset="-122"/>
              <a:ea typeface="Microsoft YaHei UI" panose="020B0503020204020204" pitchFamily="34" charset="-122"/>
            </a:endParaRPr>
          </a:p>
        </p:txBody>
      </p:sp>
      <p:sp>
        <p:nvSpPr>
          <p:cNvPr id="3" name="日期占位符 2">
            <a:extLst>
              <a:ext uri="{FF2B5EF4-FFF2-40B4-BE49-F238E27FC236}">
                <a16:creationId xmlns:a16="http://schemas.microsoft.com/office/drawing/2014/main" id="{4F00AE9B-9313-4400-88A6-DB6F0E51880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CBDAA84-C05F-4361-BB92-985E6458983C}" type="datetime1">
              <a:rPr lang="zh-CN" altLang="en-US" smtClean="0">
                <a:latin typeface="Microsoft YaHei UI" panose="020B0503020204020204" pitchFamily="34" charset="-122"/>
                <a:ea typeface="Microsoft YaHei UI" panose="020B0503020204020204" pitchFamily="34" charset="-122"/>
              </a:rPr>
              <a:t>2021/5/30</a:t>
            </a:fld>
            <a:endParaRPr lang="zh-CN" altLang="en-US" dirty="0">
              <a:latin typeface="Microsoft YaHei UI" panose="020B0503020204020204" pitchFamily="34" charset="-122"/>
              <a:ea typeface="Microsoft YaHei UI" panose="020B0503020204020204" pitchFamily="34" charset="-122"/>
            </a:endParaRPr>
          </a:p>
        </p:txBody>
      </p:sp>
      <p:sp>
        <p:nvSpPr>
          <p:cNvPr id="4" name="页脚占位符 3">
            <a:extLst>
              <a:ext uri="{FF2B5EF4-FFF2-40B4-BE49-F238E27FC236}">
                <a16:creationId xmlns:a16="http://schemas.microsoft.com/office/drawing/2014/main" id="{5C47E4FE-538D-4A0C-A9D3-AA0A46C8828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Microsoft YaHei UI" panose="020B0503020204020204" pitchFamily="34" charset="-122"/>
              <a:ea typeface="Microsoft YaHei UI" panose="020B0503020204020204" pitchFamily="34" charset="-122"/>
            </a:endParaRPr>
          </a:p>
        </p:txBody>
      </p:sp>
      <p:sp>
        <p:nvSpPr>
          <p:cNvPr id="5" name="灯片编号占位符 4">
            <a:extLst>
              <a:ext uri="{FF2B5EF4-FFF2-40B4-BE49-F238E27FC236}">
                <a16:creationId xmlns:a16="http://schemas.microsoft.com/office/drawing/2014/main" id="{887FF196-9239-49DE-B864-9827F816EE0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C2099C3-1D58-488C-8A59-AD905521D93D}" type="slidenum">
              <a:rPr lang="en-US" altLang="zh-CN" smtClean="0">
                <a:latin typeface="Microsoft YaHei UI" panose="020B0503020204020204" pitchFamily="34" charset="-122"/>
                <a:ea typeface="Microsoft YaHei UI" panose="020B0503020204020204" pitchFamily="34" charset="-122"/>
              </a:rPr>
              <a:t>‹#›</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36898401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icrosoft YaHei UI" panose="020B0503020204020204" pitchFamily="34" charset="-122"/>
                <a:ea typeface="Microsoft YaHei UI" panose="020B0503020204020204" pitchFamily="34" charset="-122"/>
              </a:defRPr>
            </a:lvl1pPr>
          </a:lstStyle>
          <a:p>
            <a:endParaRPr lang="zh-CN" altLang="en-US" noProof="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icrosoft YaHei UI" panose="020B0503020204020204" pitchFamily="34" charset="-122"/>
                <a:ea typeface="Microsoft YaHei UI" panose="020B0503020204020204" pitchFamily="34" charset="-122"/>
              </a:defRPr>
            </a:lvl1pPr>
          </a:lstStyle>
          <a:p>
            <a:fld id="{70D609F2-9C8B-4433-B7B4-CB968606847D}" type="datetime1">
              <a:rPr lang="zh-CN" altLang="en-US" smtClean="0"/>
              <a:pPr/>
              <a:t>2021/5/30</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dirty="0"/>
              <a:t>编辑母版文本样式</a:t>
            </a:r>
          </a:p>
          <a:p>
            <a:pPr lvl="1"/>
            <a:r>
              <a:rPr lang="zh-CN" altLang="en-US" noProof="0" dirty="0"/>
              <a:t>第二级</a:t>
            </a:r>
          </a:p>
          <a:p>
            <a:pPr lvl="2"/>
            <a:r>
              <a:rPr lang="zh-CN" altLang="en-US" noProof="0" dirty="0"/>
              <a:t>第三级</a:t>
            </a:r>
          </a:p>
          <a:p>
            <a:pPr lvl="3"/>
            <a:r>
              <a:rPr lang="zh-CN" altLang="en-US" noProof="0" dirty="0"/>
              <a:t>第四级</a:t>
            </a:r>
          </a:p>
          <a:p>
            <a:pPr lvl="4"/>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icrosoft YaHei UI" panose="020B0503020204020204" pitchFamily="34" charset="-122"/>
                <a:ea typeface="Microsoft YaHei UI" panose="020B0503020204020204" pitchFamily="34" charset="-122"/>
              </a:defRPr>
            </a:lvl1pPr>
          </a:lstStyle>
          <a:p>
            <a:endParaRPr lang="zh-CN" altLang="en-US" noProof="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icrosoft YaHei UI" panose="020B0503020204020204" pitchFamily="34" charset="-122"/>
                <a:ea typeface="Microsoft YaHei UI" panose="020B0503020204020204" pitchFamily="34" charset="-122"/>
              </a:defRPr>
            </a:lvl1pPr>
          </a:lstStyle>
          <a:p>
            <a:fld id="{2B704540-4696-4E63-A5FC-A54ECE210F6D}" type="slidenum">
              <a:rPr lang="en-US" altLang="zh-CN" noProof="0" smtClean="0"/>
              <a:pPr/>
              <a:t>‹#›</a:t>
            </a:fld>
            <a:endParaRPr lang="zh-CN" altLang="en-US" noProof="0"/>
          </a:p>
        </p:txBody>
      </p:sp>
    </p:spTree>
    <p:extLst>
      <p:ext uri="{BB962C8B-B14F-4D97-AF65-F5344CB8AC3E}">
        <p14:creationId xmlns:p14="http://schemas.microsoft.com/office/powerpoint/2010/main" val="42095483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772151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791699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319918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2417780" y="3531204"/>
            <a:ext cx="8637072" cy="977621"/>
          </a:xfrm>
        </p:spPr>
        <p:txBody>
          <a:bodyPr tIns="91440" bIns="91440" rtlCol="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zh-CN" altLang="en-US" noProof="0"/>
              <a:t>单击此处编辑母版副标题样式</a:t>
            </a:r>
          </a:p>
        </p:txBody>
      </p:sp>
      <p:cxnSp>
        <p:nvCxnSpPr>
          <p:cNvPr id="15" name="直接连接符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10" name="标题 9">
            <a:extLst>
              <a:ext uri="{FF2B5EF4-FFF2-40B4-BE49-F238E27FC236}">
                <a16:creationId xmlns:a16="http://schemas.microsoft.com/office/drawing/2014/main" id="{FCB00443-8D35-47B1-AA0F-1117D1B1CB72}"/>
              </a:ext>
            </a:extLst>
          </p:cNvPr>
          <p:cNvSpPr>
            <a:spLocks noGrp="1"/>
          </p:cNvSpPr>
          <p:nvPr>
            <p:ph type="title"/>
          </p:nvPr>
        </p:nvSpPr>
        <p:spPr/>
        <p:txBody>
          <a:bodyPr/>
          <a:lstStyle/>
          <a:p>
            <a:r>
              <a:rPr lang="zh-CN" altLang="en-US"/>
              <a:t>单击此处编辑母版标题样式</a:t>
            </a:r>
          </a:p>
        </p:txBody>
      </p:sp>
      <p:sp>
        <p:nvSpPr>
          <p:cNvPr id="14" name="日期占位符 13">
            <a:extLst>
              <a:ext uri="{FF2B5EF4-FFF2-40B4-BE49-F238E27FC236}">
                <a16:creationId xmlns:a16="http://schemas.microsoft.com/office/drawing/2014/main" id="{5D566128-BAD4-4CE3-B642-6AAECBA93D18}"/>
              </a:ext>
            </a:extLst>
          </p:cNvPr>
          <p:cNvSpPr>
            <a:spLocks noGrp="1"/>
          </p:cNvSpPr>
          <p:nvPr>
            <p:ph type="dt" sz="half" idx="10"/>
          </p:nvPr>
        </p:nvSpPr>
        <p:spPr/>
        <p:txBody>
          <a:bodyPr/>
          <a:lstStyle/>
          <a:p>
            <a:fld id="{71A78EA6-6BBA-4547-A9C3-E37A10EB4050}" type="datetime3">
              <a:rPr lang="zh-CN" altLang="en-US" smtClean="0"/>
              <a:t>2021年5月30日星期日</a:t>
            </a:fld>
            <a:endParaRPr lang="zh-CN" altLang="en-US"/>
          </a:p>
        </p:txBody>
      </p:sp>
      <p:sp>
        <p:nvSpPr>
          <p:cNvPr id="16" name="页脚占位符 15">
            <a:extLst>
              <a:ext uri="{FF2B5EF4-FFF2-40B4-BE49-F238E27FC236}">
                <a16:creationId xmlns:a16="http://schemas.microsoft.com/office/drawing/2014/main" id="{59BA1A66-E3E5-407F-8072-6203723C54CF}"/>
              </a:ext>
            </a:extLst>
          </p:cNvPr>
          <p:cNvSpPr>
            <a:spLocks noGrp="1"/>
          </p:cNvSpPr>
          <p:nvPr>
            <p:ph type="ftr" sz="quarter" idx="11"/>
          </p:nvPr>
        </p:nvSpPr>
        <p:spPr/>
        <p:txBody>
          <a:bodyPr/>
          <a:lstStyle/>
          <a:p>
            <a:r>
              <a:rPr lang="en-US" altLang="zh-CN"/>
              <a:t>yishengjun@gmail.com</a:t>
            </a:r>
            <a:endParaRPr lang="zh-CN" altLang="en-US"/>
          </a:p>
        </p:txBody>
      </p:sp>
      <p:sp>
        <p:nvSpPr>
          <p:cNvPr id="17" name="灯片编号占位符 16">
            <a:extLst>
              <a:ext uri="{FF2B5EF4-FFF2-40B4-BE49-F238E27FC236}">
                <a16:creationId xmlns:a16="http://schemas.microsoft.com/office/drawing/2014/main" id="{55802052-795F-406F-AE3D-12911F82C23C}"/>
              </a:ext>
            </a:extLst>
          </p:cNvPr>
          <p:cNvSpPr>
            <a:spLocks noGrp="1"/>
          </p:cNvSpPr>
          <p:nvPr>
            <p:ph type="sldNum" sz="quarter" idx="12"/>
          </p:nvPr>
        </p:nvSpPr>
        <p:spPr/>
        <p:txBody>
          <a:bodyPr/>
          <a:lstStyle/>
          <a:p>
            <a:fld id="{6D22F896-40B5-4ADD-8801-0D06FADFA095}" type="slidenum">
              <a:rPr lang="en-US" altLang="zh-CN" smtClean="0"/>
              <a:pPr/>
              <a:t>‹#›</a:t>
            </a:fld>
            <a:endParaRPr lang="zh-CN" altLang="en-US"/>
          </a:p>
        </p:txBody>
      </p:sp>
    </p:spTree>
    <p:extLst>
      <p:ext uri="{BB962C8B-B14F-4D97-AF65-F5344CB8AC3E}">
        <p14:creationId xmlns:p14="http://schemas.microsoft.com/office/powerpoint/2010/main" val="3164700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p:txBody>
          <a:bodyPr rtlCol="0" anchor="t"/>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6" name="灯片编号占位符 5"/>
          <p:cNvSpPr>
            <a:spLocks noGrp="1"/>
          </p:cNvSpPr>
          <p:nvPr>
            <p:ph type="sldNum" sz="quarter" idx="12"/>
          </p:nvPr>
        </p:nvSpPr>
        <p:spPr/>
        <p:txBody>
          <a:bodyPr rtlCol="0"/>
          <a:lstStyle/>
          <a:p>
            <a:pPr rtl="0"/>
            <a:fld id="{6D22F896-40B5-4ADD-8801-0D06FADFA095}" type="slidenum">
              <a:rPr lang="en-US" altLang="zh-CN" noProof="0" smtClean="0"/>
              <a:t>‹#›</a:t>
            </a:fld>
            <a:endParaRPr lang="zh-CN" altLang="en-US" noProof="0"/>
          </a:p>
        </p:txBody>
      </p:sp>
      <p:cxnSp>
        <p:nvCxnSpPr>
          <p:cNvPr id="33" name="直接连接符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4" name="标题 3">
            <a:extLst>
              <a:ext uri="{FF2B5EF4-FFF2-40B4-BE49-F238E27FC236}">
                <a16:creationId xmlns:a16="http://schemas.microsoft.com/office/drawing/2014/main" id="{5FCE2245-B488-4A15-9956-4E1492E88CB7}"/>
              </a:ext>
            </a:extLst>
          </p:cNvPr>
          <p:cNvSpPr>
            <a:spLocks noGrp="1"/>
          </p:cNvSpPr>
          <p:nvPr>
            <p:ph type="title"/>
          </p:nvPr>
        </p:nvSpPr>
        <p:spPr/>
        <p:txBody>
          <a:bodyPr/>
          <a:lstStyle/>
          <a:p>
            <a:r>
              <a:rPr lang="zh-CN" altLang="en-US"/>
              <a:t>单击此处编辑母版标题样式</a:t>
            </a:r>
          </a:p>
        </p:txBody>
      </p:sp>
      <p:sp>
        <p:nvSpPr>
          <p:cNvPr id="5" name="日期占位符 4">
            <a:extLst>
              <a:ext uri="{FF2B5EF4-FFF2-40B4-BE49-F238E27FC236}">
                <a16:creationId xmlns:a16="http://schemas.microsoft.com/office/drawing/2014/main" id="{D29DAAE9-E318-48E6-813E-0B00F91DE718}"/>
              </a:ext>
            </a:extLst>
          </p:cNvPr>
          <p:cNvSpPr>
            <a:spLocks noGrp="1"/>
          </p:cNvSpPr>
          <p:nvPr>
            <p:ph type="dt" sz="half" idx="13"/>
          </p:nvPr>
        </p:nvSpPr>
        <p:spPr/>
        <p:txBody>
          <a:bodyPr/>
          <a:lstStyle/>
          <a:p>
            <a:fld id="{4B6BFD01-D9C3-4334-8659-5AAEA561D88D}" type="datetime3">
              <a:rPr lang="zh-CN" altLang="en-US" smtClean="0"/>
              <a:t>2021年5月30日星期日</a:t>
            </a:fld>
            <a:endParaRPr lang="zh-CN" altLang="en-US"/>
          </a:p>
        </p:txBody>
      </p:sp>
      <p:sp>
        <p:nvSpPr>
          <p:cNvPr id="7" name="页脚占位符 6">
            <a:extLst>
              <a:ext uri="{FF2B5EF4-FFF2-40B4-BE49-F238E27FC236}">
                <a16:creationId xmlns:a16="http://schemas.microsoft.com/office/drawing/2014/main" id="{6CB50514-A48F-49D9-862C-CE2BD3DADB56}"/>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3256758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454239" y="1756130"/>
            <a:ext cx="8643154" cy="1887950"/>
          </a:xfrm>
        </p:spPr>
        <p:txBody>
          <a:bodyPr rtlCol="0" anchor="b">
            <a:normAutofit/>
          </a:bodyPr>
          <a:lstStyle>
            <a:lvl1pPr algn="l">
              <a:defRPr sz="3600"/>
            </a:lvl1pPr>
          </a:lstStyle>
          <a:p>
            <a:pPr rtl="0"/>
            <a:r>
              <a:rPr lang="zh-CN" altLang="en-US" noProof="0"/>
              <a:t>单击此处编辑母版标题样式</a:t>
            </a:r>
          </a:p>
        </p:txBody>
      </p:sp>
      <p:sp>
        <p:nvSpPr>
          <p:cNvPr id="3" name="文本占位符 2"/>
          <p:cNvSpPr>
            <a:spLocks noGrp="1"/>
          </p:cNvSpPr>
          <p:nvPr>
            <p:ph type="body" idx="1" hasCustomPrompt="1"/>
          </p:nvPr>
        </p:nvSpPr>
        <p:spPr>
          <a:xfrm>
            <a:off x="1454239" y="3806195"/>
            <a:ext cx="8630446" cy="1012929"/>
          </a:xfrm>
        </p:spPr>
        <p:txBody>
          <a:bodyPr tIns="91440" rtlCol="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zh-CN" altLang="en-US" noProof="0"/>
              <a:t>编辑母版文本样式</a:t>
            </a:r>
          </a:p>
        </p:txBody>
      </p:sp>
      <p:sp>
        <p:nvSpPr>
          <p:cNvPr id="6" name="灯片编号占位符 5"/>
          <p:cNvSpPr>
            <a:spLocks noGrp="1"/>
          </p:cNvSpPr>
          <p:nvPr>
            <p:ph type="sldNum" sz="quarter" idx="12"/>
          </p:nvPr>
        </p:nvSpPr>
        <p:spPr/>
        <p:txBody>
          <a:bodyPr rtlCol="0"/>
          <a:lstStyle/>
          <a:p>
            <a:pPr rtl="0"/>
            <a:fld id="{6D22F896-40B5-4ADD-8801-0D06FADFA095}" type="slidenum">
              <a:rPr lang="en-US" altLang="zh-CN" noProof="0" smtClean="0"/>
              <a:t>‹#›</a:t>
            </a:fld>
            <a:endParaRPr lang="zh-CN" altLang="en-US" noProof="0"/>
          </a:p>
        </p:txBody>
      </p:sp>
      <p:cxnSp>
        <p:nvCxnSpPr>
          <p:cNvPr id="15" name="直接连接符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4" name="日期占位符 3">
            <a:extLst>
              <a:ext uri="{FF2B5EF4-FFF2-40B4-BE49-F238E27FC236}">
                <a16:creationId xmlns:a16="http://schemas.microsoft.com/office/drawing/2014/main" id="{46BA9436-CD7C-4507-9AEB-B7A755B8EA6E}"/>
              </a:ext>
            </a:extLst>
          </p:cNvPr>
          <p:cNvSpPr>
            <a:spLocks noGrp="1"/>
          </p:cNvSpPr>
          <p:nvPr>
            <p:ph type="dt" sz="half" idx="13"/>
          </p:nvPr>
        </p:nvSpPr>
        <p:spPr/>
        <p:txBody>
          <a:bodyPr/>
          <a:lstStyle/>
          <a:p>
            <a:fld id="{E1387ACB-D098-4F3D-AB16-D5A695917FEE}" type="datetime3">
              <a:rPr lang="zh-CN" altLang="en-US" smtClean="0"/>
              <a:t>2021年5月30日星期日</a:t>
            </a:fld>
            <a:endParaRPr lang="zh-CN" altLang="en-US"/>
          </a:p>
        </p:txBody>
      </p:sp>
      <p:sp>
        <p:nvSpPr>
          <p:cNvPr id="5" name="页脚占位符 4">
            <a:extLst>
              <a:ext uri="{FF2B5EF4-FFF2-40B4-BE49-F238E27FC236}">
                <a16:creationId xmlns:a16="http://schemas.microsoft.com/office/drawing/2014/main" id="{33740299-850C-40D7-86F0-B8AD2072C154}"/>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439977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1449217" y="804889"/>
            <a:ext cx="9605635" cy="1059305"/>
          </a:xfrm>
        </p:spPr>
        <p:txBody>
          <a:bodyPr rtlCol="0"/>
          <a:lstStyle/>
          <a:p>
            <a:pPr rtl="0"/>
            <a:r>
              <a:rPr lang="zh-CN" altLang="en-US" noProof="0"/>
              <a:t>单击此处编辑母版标题样式</a:t>
            </a:r>
          </a:p>
        </p:txBody>
      </p:sp>
      <p:sp>
        <p:nvSpPr>
          <p:cNvPr id="3" name="内容占位符 2"/>
          <p:cNvSpPr>
            <a:spLocks noGrp="1"/>
          </p:cNvSpPr>
          <p:nvPr>
            <p:ph sz="half" idx="1" hasCustomPrompt="1"/>
          </p:nvPr>
        </p:nvSpPr>
        <p:spPr>
          <a:xfrm>
            <a:off x="1447331" y="2010878"/>
            <a:ext cx="4645152" cy="3448595"/>
          </a:xfrm>
        </p:spPr>
        <p:txBody>
          <a:bodyPr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4" name="内容占位符 3"/>
          <p:cNvSpPr>
            <a:spLocks noGrp="1"/>
          </p:cNvSpPr>
          <p:nvPr>
            <p:ph sz="half" idx="2" hasCustomPrompt="1"/>
          </p:nvPr>
        </p:nvSpPr>
        <p:spPr>
          <a:xfrm>
            <a:off x="6413771" y="2017343"/>
            <a:ext cx="4645152" cy="3441520"/>
          </a:xfrm>
        </p:spPr>
        <p:txBody>
          <a:bodyPr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7" name="灯片编号占位符 6"/>
          <p:cNvSpPr>
            <a:spLocks noGrp="1"/>
          </p:cNvSpPr>
          <p:nvPr>
            <p:ph type="sldNum" sz="quarter" idx="12"/>
          </p:nvPr>
        </p:nvSpPr>
        <p:spPr/>
        <p:txBody>
          <a:bodyPr rtlCol="0"/>
          <a:lstStyle/>
          <a:p>
            <a:pPr rtl="0"/>
            <a:fld id="{6D22F896-40B5-4ADD-8801-0D06FADFA095}" type="slidenum">
              <a:rPr lang="en-US" altLang="zh-CN" noProof="0" smtClean="0"/>
              <a:t>‹#›</a:t>
            </a:fld>
            <a:endParaRPr lang="zh-CN" altLang="en-US" noProof="0"/>
          </a:p>
        </p:txBody>
      </p:sp>
      <p:cxnSp>
        <p:nvCxnSpPr>
          <p:cNvPr id="35" name="直接连接符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5" name="日期占位符 4">
            <a:extLst>
              <a:ext uri="{FF2B5EF4-FFF2-40B4-BE49-F238E27FC236}">
                <a16:creationId xmlns:a16="http://schemas.microsoft.com/office/drawing/2014/main" id="{9B17D89E-12C3-4BBE-A5C0-A5F87C38DD8D}"/>
              </a:ext>
            </a:extLst>
          </p:cNvPr>
          <p:cNvSpPr>
            <a:spLocks noGrp="1"/>
          </p:cNvSpPr>
          <p:nvPr>
            <p:ph type="dt" sz="half" idx="13"/>
          </p:nvPr>
        </p:nvSpPr>
        <p:spPr/>
        <p:txBody>
          <a:bodyPr/>
          <a:lstStyle/>
          <a:p>
            <a:fld id="{6F2E6527-83C1-49A4-B0FA-2B9273E2D872}" type="datetime3">
              <a:rPr lang="zh-CN" altLang="en-US" smtClean="0"/>
              <a:t>2021年5月30日星期日</a:t>
            </a:fld>
            <a:endParaRPr lang="zh-CN" altLang="en-US"/>
          </a:p>
        </p:txBody>
      </p:sp>
      <p:sp>
        <p:nvSpPr>
          <p:cNvPr id="6" name="页脚占位符 5">
            <a:extLst>
              <a:ext uri="{FF2B5EF4-FFF2-40B4-BE49-F238E27FC236}">
                <a16:creationId xmlns:a16="http://schemas.microsoft.com/office/drawing/2014/main" id="{647B5359-65B2-4267-B155-C4219C1B7195}"/>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1292664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447191" y="804163"/>
            <a:ext cx="9607661" cy="1056319"/>
          </a:xfrm>
        </p:spPr>
        <p:txBody>
          <a:bodyPr rtlCol="0"/>
          <a:lstStyle/>
          <a:p>
            <a:pPr rtl="0"/>
            <a:r>
              <a:rPr lang="zh-CN" altLang="en-US" noProof="0"/>
              <a:t>单击此处编辑母版标题样式</a:t>
            </a:r>
          </a:p>
        </p:txBody>
      </p:sp>
      <p:sp>
        <p:nvSpPr>
          <p:cNvPr id="3" name="文本占位符 2"/>
          <p:cNvSpPr>
            <a:spLocks noGrp="1"/>
          </p:cNvSpPr>
          <p:nvPr>
            <p:ph type="body" idx="1" hasCustomPrompt="1"/>
          </p:nvPr>
        </p:nvSpPr>
        <p:spPr>
          <a:xfrm>
            <a:off x="1447191" y="2019549"/>
            <a:ext cx="4645152" cy="801943"/>
          </a:xfrm>
        </p:spPr>
        <p:txBody>
          <a:bodyPr rtlCol="0"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编辑母版文本样式</a:t>
            </a:r>
          </a:p>
        </p:txBody>
      </p:sp>
      <p:sp>
        <p:nvSpPr>
          <p:cNvPr id="4" name="内容占位符 3"/>
          <p:cNvSpPr>
            <a:spLocks noGrp="1"/>
          </p:cNvSpPr>
          <p:nvPr>
            <p:ph sz="half" idx="2" hasCustomPrompt="1"/>
          </p:nvPr>
        </p:nvSpPr>
        <p:spPr>
          <a:xfrm>
            <a:off x="1447191" y="2824269"/>
            <a:ext cx="4645152" cy="2644457"/>
          </a:xfrm>
        </p:spPr>
        <p:txBody>
          <a:bodyPr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5" name="文本占位符 4"/>
          <p:cNvSpPr>
            <a:spLocks noGrp="1"/>
          </p:cNvSpPr>
          <p:nvPr>
            <p:ph type="body" sz="quarter" idx="3" hasCustomPrompt="1"/>
          </p:nvPr>
        </p:nvSpPr>
        <p:spPr>
          <a:xfrm>
            <a:off x="6412362" y="2023003"/>
            <a:ext cx="4645152" cy="802237"/>
          </a:xfrm>
        </p:spPr>
        <p:txBody>
          <a:bodyPr rtlCol="0"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编辑母版文本样式</a:t>
            </a:r>
          </a:p>
        </p:txBody>
      </p:sp>
      <p:sp>
        <p:nvSpPr>
          <p:cNvPr id="6" name="内容占位符 5"/>
          <p:cNvSpPr>
            <a:spLocks noGrp="1"/>
          </p:cNvSpPr>
          <p:nvPr>
            <p:ph sz="quarter" idx="4" hasCustomPrompt="1"/>
          </p:nvPr>
        </p:nvSpPr>
        <p:spPr>
          <a:xfrm>
            <a:off x="6412362" y="2821491"/>
            <a:ext cx="4645152" cy="2637371"/>
          </a:xfrm>
        </p:spPr>
        <p:txBody>
          <a:bodyPr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9" name="灯片编号占位符 8"/>
          <p:cNvSpPr>
            <a:spLocks noGrp="1"/>
          </p:cNvSpPr>
          <p:nvPr>
            <p:ph type="sldNum" sz="quarter" idx="12"/>
          </p:nvPr>
        </p:nvSpPr>
        <p:spPr/>
        <p:txBody>
          <a:bodyPr rtlCol="0"/>
          <a:lstStyle/>
          <a:p>
            <a:pPr rtl="0"/>
            <a:fld id="{6D22F896-40B5-4ADD-8801-0D06FADFA095}" type="slidenum">
              <a:rPr lang="en-US" altLang="zh-CN" noProof="0" smtClean="0"/>
              <a:t>‹#›</a:t>
            </a:fld>
            <a:endParaRPr lang="zh-CN" altLang="en-US" noProof="0"/>
          </a:p>
        </p:txBody>
      </p:sp>
      <p:cxnSp>
        <p:nvCxnSpPr>
          <p:cNvPr id="29" name="直接连接符​​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7" name="日期占位符 6">
            <a:extLst>
              <a:ext uri="{FF2B5EF4-FFF2-40B4-BE49-F238E27FC236}">
                <a16:creationId xmlns:a16="http://schemas.microsoft.com/office/drawing/2014/main" id="{FB4C23CB-8425-4907-AC7E-99AA0B85EBC3}"/>
              </a:ext>
            </a:extLst>
          </p:cNvPr>
          <p:cNvSpPr>
            <a:spLocks noGrp="1"/>
          </p:cNvSpPr>
          <p:nvPr>
            <p:ph type="dt" sz="half" idx="13"/>
          </p:nvPr>
        </p:nvSpPr>
        <p:spPr/>
        <p:txBody>
          <a:bodyPr/>
          <a:lstStyle/>
          <a:p>
            <a:fld id="{7D47AD24-A05B-4336-8DF0-211FDF9666BB}" type="datetime3">
              <a:rPr lang="zh-CN" altLang="en-US" smtClean="0"/>
              <a:t>2021年5月30日星期日</a:t>
            </a:fld>
            <a:endParaRPr lang="zh-CN" altLang="en-US"/>
          </a:p>
        </p:txBody>
      </p:sp>
      <p:sp>
        <p:nvSpPr>
          <p:cNvPr id="8" name="页脚占位符 7">
            <a:extLst>
              <a:ext uri="{FF2B5EF4-FFF2-40B4-BE49-F238E27FC236}">
                <a16:creationId xmlns:a16="http://schemas.microsoft.com/office/drawing/2014/main" id="{768D8838-F441-413A-B2F9-C247E3E60A9C}"/>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659411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p>
        </p:txBody>
      </p:sp>
      <p:sp>
        <p:nvSpPr>
          <p:cNvPr id="5" name="灯片编号占位符 4"/>
          <p:cNvSpPr>
            <a:spLocks noGrp="1"/>
          </p:cNvSpPr>
          <p:nvPr>
            <p:ph type="sldNum" sz="quarter" idx="12"/>
          </p:nvPr>
        </p:nvSpPr>
        <p:spPr/>
        <p:txBody>
          <a:bodyPr rtlCol="0"/>
          <a:lstStyle/>
          <a:p>
            <a:pPr rtl="0"/>
            <a:fld id="{6D22F896-40B5-4ADD-8801-0D06FADFA095}" type="slidenum">
              <a:rPr lang="en-US" altLang="zh-CN" noProof="0" smtClean="0"/>
              <a:t>‹#›</a:t>
            </a:fld>
            <a:endParaRPr lang="zh-CN" altLang="en-US" noProof="0"/>
          </a:p>
        </p:txBody>
      </p:sp>
      <p:cxnSp>
        <p:nvCxnSpPr>
          <p:cNvPr id="25" name="直接连接符​​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3" name="日期占位符 2">
            <a:extLst>
              <a:ext uri="{FF2B5EF4-FFF2-40B4-BE49-F238E27FC236}">
                <a16:creationId xmlns:a16="http://schemas.microsoft.com/office/drawing/2014/main" id="{078DEF35-7D47-49AA-83D7-FFD58BE8191A}"/>
              </a:ext>
            </a:extLst>
          </p:cNvPr>
          <p:cNvSpPr>
            <a:spLocks noGrp="1"/>
          </p:cNvSpPr>
          <p:nvPr>
            <p:ph type="dt" sz="half" idx="13"/>
          </p:nvPr>
        </p:nvSpPr>
        <p:spPr/>
        <p:txBody>
          <a:bodyPr/>
          <a:lstStyle/>
          <a:p>
            <a:fld id="{5DAE058E-B948-4697-AFB9-A245779F03AC}" type="datetime3">
              <a:rPr lang="zh-CN" altLang="en-US" smtClean="0"/>
              <a:t>2021年5月30日星期日</a:t>
            </a:fld>
            <a:endParaRPr lang="zh-CN" altLang="en-US"/>
          </a:p>
        </p:txBody>
      </p:sp>
      <p:sp>
        <p:nvSpPr>
          <p:cNvPr id="4" name="页脚占位符 3">
            <a:extLst>
              <a:ext uri="{FF2B5EF4-FFF2-40B4-BE49-F238E27FC236}">
                <a16:creationId xmlns:a16="http://schemas.microsoft.com/office/drawing/2014/main" id="{EDC7B908-EB97-472F-8868-0A6BE1136DF3}"/>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4015890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rtlCol="0"/>
          <a:lstStyle/>
          <a:p>
            <a:pPr rtl="0"/>
            <a:fld id="{6D22F896-40B5-4ADD-8801-0D06FADFA095}" type="slidenum">
              <a:rPr lang="en-US" altLang="zh-CN" noProof="0" smtClean="0"/>
              <a:t>‹#›</a:t>
            </a:fld>
            <a:endParaRPr lang="zh-CN" altLang="en-US" noProof="0"/>
          </a:p>
        </p:txBody>
      </p:sp>
      <p:sp>
        <p:nvSpPr>
          <p:cNvPr id="2" name="日期占位符 1">
            <a:extLst>
              <a:ext uri="{FF2B5EF4-FFF2-40B4-BE49-F238E27FC236}">
                <a16:creationId xmlns:a16="http://schemas.microsoft.com/office/drawing/2014/main" id="{0CCCB66D-3D5D-4D67-B39F-513E4BFC6D79}"/>
              </a:ext>
            </a:extLst>
          </p:cNvPr>
          <p:cNvSpPr>
            <a:spLocks noGrp="1"/>
          </p:cNvSpPr>
          <p:nvPr>
            <p:ph type="dt" sz="half" idx="13"/>
          </p:nvPr>
        </p:nvSpPr>
        <p:spPr/>
        <p:txBody>
          <a:bodyPr/>
          <a:lstStyle/>
          <a:p>
            <a:fld id="{07EB488D-73B9-44F6-B5D4-BD42EDC4196B}" type="datetime3">
              <a:rPr lang="zh-CN" altLang="en-US" smtClean="0"/>
              <a:t>2021年5月30日星期日</a:t>
            </a:fld>
            <a:endParaRPr lang="zh-CN" altLang="en-US"/>
          </a:p>
        </p:txBody>
      </p:sp>
      <p:sp>
        <p:nvSpPr>
          <p:cNvPr id="3" name="页脚占位符 2">
            <a:extLst>
              <a:ext uri="{FF2B5EF4-FFF2-40B4-BE49-F238E27FC236}">
                <a16:creationId xmlns:a16="http://schemas.microsoft.com/office/drawing/2014/main" id="{89317D16-B2C1-448F-89D7-EA7AFF96AAB4}"/>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310310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带题注的内容">
    <p:spTree>
      <p:nvGrpSpPr>
        <p:cNvPr id="1" name=""/>
        <p:cNvGrpSpPr/>
        <p:nvPr/>
      </p:nvGrpSpPr>
      <p:grpSpPr>
        <a:xfrm>
          <a:off x="0" y="0"/>
          <a:ext cx="0" cy="0"/>
          <a:chOff x="0" y="0"/>
          <a:chExt cx="0" cy="0"/>
        </a:xfrm>
      </p:grpSpPr>
      <p:sp>
        <p:nvSpPr>
          <p:cNvPr id="2" name="标题 1"/>
          <p:cNvSpPr>
            <a:spLocks noGrp="1"/>
          </p:cNvSpPr>
          <p:nvPr>
            <p:ph type="title"/>
          </p:nvPr>
        </p:nvSpPr>
        <p:spPr>
          <a:xfrm>
            <a:off x="1444671" y="798973"/>
            <a:ext cx="3273099" cy="2247117"/>
          </a:xfrm>
        </p:spPr>
        <p:txBody>
          <a:bodyPr rtlCol="0" anchor="b">
            <a:normAutofit/>
          </a:bodyPr>
          <a:lstStyle>
            <a:lvl1pPr algn="l">
              <a:defRPr sz="2400"/>
            </a:lvl1pPr>
          </a:lstStyle>
          <a:p>
            <a:pPr rtl="0"/>
            <a:r>
              <a:rPr lang="zh-CN" altLang="en-US" noProof="0"/>
              <a:t>单击此处编辑母版标题样式</a:t>
            </a:r>
          </a:p>
        </p:txBody>
      </p:sp>
      <p:sp>
        <p:nvSpPr>
          <p:cNvPr id="3" name="内容占位符 2"/>
          <p:cNvSpPr>
            <a:spLocks noGrp="1"/>
          </p:cNvSpPr>
          <p:nvPr>
            <p:ph idx="1" hasCustomPrompt="1"/>
          </p:nvPr>
        </p:nvSpPr>
        <p:spPr>
          <a:xfrm>
            <a:off x="5043714" y="798974"/>
            <a:ext cx="6012470" cy="4658826"/>
          </a:xfrm>
        </p:spPr>
        <p:txBody>
          <a:bodyPr rtlCol="0" anchor="ct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4" name="文本占位符 3"/>
          <p:cNvSpPr>
            <a:spLocks noGrp="1"/>
          </p:cNvSpPr>
          <p:nvPr>
            <p:ph type="body" sz="half" idx="2" hasCustomPrompt="1"/>
          </p:nvPr>
        </p:nvSpPr>
        <p:spPr>
          <a:xfrm>
            <a:off x="1444671" y="3205491"/>
            <a:ext cx="3275013" cy="2248181"/>
          </a:xfrm>
        </p:spPr>
        <p:txBody>
          <a:bodyPr rtlCol="0"/>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zh-CN" altLang="en-US" noProof="0"/>
              <a:t>编辑母版文本样式</a:t>
            </a:r>
          </a:p>
        </p:txBody>
      </p:sp>
      <p:sp>
        <p:nvSpPr>
          <p:cNvPr id="7" name="灯片编号占位符 6"/>
          <p:cNvSpPr>
            <a:spLocks noGrp="1"/>
          </p:cNvSpPr>
          <p:nvPr>
            <p:ph type="sldNum" sz="quarter" idx="12"/>
          </p:nvPr>
        </p:nvSpPr>
        <p:spPr/>
        <p:txBody>
          <a:bodyPr rtlCol="0"/>
          <a:lstStyle/>
          <a:p>
            <a:pPr rtl="0"/>
            <a:fld id="{6D22F896-40B5-4ADD-8801-0D06FADFA095}" type="slidenum">
              <a:rPr lang="en-US" altLang="zh-CN" noProof="0" smtClean="0"/>
              <a:t>‹#›</a:t>
            </a:fld>
            <a:endParaRPr lang="zh-CN" altLang="en-US" noProof="0"/>
          </a:p>
        </p:txBody>
      </p:sp>
      <p:cxnSp>
        <p:nvCxnSpPr>
          <p:cNvPr id="17" name="直接连接符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5" name="日期占位符 4">
            <a:extLst>
              <a:ext uri="{FF2B5EF4-FFF2-40B4-BE49-F238E27FC236}">
                <a16:creationId xmlns:a16="http://schemas.microsoft.com/office/drawing/2014/main" id="{22E471F7-B3BA-4A51-A9D3-52083975B70C}"/>
              </a:ext>
            </a:extLst>
          </p:cNvPr>
          <p:cNvSpPr>
            <a:spLocks noGrp="1"/>
          </p:cNvSpPr>
          <p:nvPr>
            <p:ph type="dt" sz="half" idx="13"/>
          </p:nvPr>
        </p:nvSpPr>
        <p:spPr/>
        <p:txBody>
          <a:bodyPr/>
          <a:lstStyle/>
          <a:p>
            <a:fld id="{BCBDD0CB-8D83-49D3-BA6E-23ADCC4DEF0A}" type="datetime3">
              <a:rPr lang="zh-CN" altLang="en-US" smtClean="0"/>
              <a:t>2021年5月30日星期日</a:t>
            </a:fld>
            <a:endParaRPr lang="zh-CN" altLang="en-US"/>
          </a:p>
        </p:txBody>
      </p:sp>
      <p:sp>
        <p:nvSpPr>
          <p:cNvPr id="6" name="页脚占位符 5">
            <a:extLst>
              <a:ext uri="{FF2B5EF4-FFF2-40B4-BE49-F238E27FC236}">
                <a16:creationId xmlns:a16="http://schemas.microsoft.com/office/drawing/2014/main" id="{122385D2-358D-4333-90B8-D1EF540B2C8A}"/>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1931563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带题注的图片">
    <p:spTree>
      <p:nvGrpSpPr>
        <p:cNvPr id="1" name=""/>
        <p:cNvGrpSpPr/>
        <p:nvPr/>
      </p:nvGrpSpPr>
      <p:grpSpPr>
        <a:xfrm>
          <a:off x="0" y="0"/>
          <a:ext cx="0" cy="0"/>
          <a:chOff x="0" y="0"/>
          <a:chExt cx="0" cy="0"/>
        </a:xfrm>
      </p:grpSpPr>
      <p:grpSp>
        <p:nvGrpSpPr>
          <p:cNvPr id="8" name="组 7"/>
          <p:cNvGrpSpPr/>
          <p:nvPr/>
        </p:nvGrpSpPr>
        <p:grpSpPr>
          <a:xfrm>
            <a:off x="7477387" y="482170"/>
            <a:ext cx="4074533" cy="5149101"/>
            <a:chOff x="7477387" y="482170"/>
            <a:chExt cx="4074533" cy="5149101"/>
          </a:xfrm>
        </p:grpSpPr>
        <p:sp>
          <p:nvSpPr>
            <p:cNvPr id="18" name="长方形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长方形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标题 1"/>
          <p:cNvSpPr>
            <a:spLocks noGrp="1"/>
          </p:cNvSpPr>
          <p:nvPr>
            <p:ph type="title"/>
          </p:nvPr>
        </p:nvSpPr>
        <p:spPr>
          <a:xfrm>
            <a:off x="1451206" y="1129513"/>
            <a:ext cx="5532328" cy="1830584"/>
          </a:xfrm>
        </p:spPr>
        <p:txBody>
          <a:bodyPr rtlCol="0" anchor="b">
            <a:normAutofit/>
          </a:bodyPr>
          <a:lstStyle>
            <a:lvl1pPr>
              <a:defRPr sz="3200"/>
            </a:lvl1pPr>
          </a:lstStyle>
          <a:p>
            <a:pPr rtl="0"/>
            <a:r>
              <a:rPr lang="zh-CN" altLang="en-US" noProof="0"/>
              <a:t>单击此处编辑母版标题样式</a:t>
            </a:r>
          </a:p>
        </p:txBody>
      </p:sp>
      <p:sp>
        <p:nvSpPr>
          <p:cNvPr id="3" name="图片占位符 2"/>
          <p:cNvSpPr>
            <a:spLocks noGrp="1" noChangeAspect="1"/>
          </p:cNvSpPr>
          <p:nvPr>
            <p:ph type="pic" idx="1" hasCustomPrompt="1"/>
          </p:nvPr>
        </p:nvSpPr>
        <p:spPr>
          <a:xfrm>
            <a:off x="8124389" y="1122542"/>
            <a:ext cx="2791171" cy="3866327"/>
          </a:xfrm>
          <a:solidFill>
            <a:schemeClr val="bg1">
              <a:lumMod val="85000"/>
            </a:schemeClr>
          </a:solidFill>
          <a:ln w="9525" cap="sq">
            <a:noFill/>
            <a:miter lim="800000"/>
          </a:ln>
          <a:effectLst/>
        </p:spPr>
        <p:txBody>
          <a:bodyPr rtlCol="0"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zh-CN" altLang="en-US" noProof="0"/>
              <a:t>单击图标以添加图片</a:t>
            </a:r>
          </a:p>
        </p:txBody>
      </p:sp>
      <p:sp>
        <p:nvSpPr>
          <p:cNvPr id="4" name="文本占位符 3"/>
          <p:cNvSpPr>
            <a:spLocks noGrp="1"/>
          </p:cNvSpPr>
          <p:nvPr>
            <p:ph type="body" sz="half" idx="2" hasCustomPrompt="1"/>
          </p:nvPr>
        </p:nvSpPr>
        <p:spPr>
          <a:xfrm>
            <a:off x="1450329" y="3145992"/>
            <a:ext cx="5524404" cy="2003742"/>
          </a:xfrm>
        </p:spPr>
        <p:txBody>
          <a:bodyPr rtlCol="0">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zh-CN" altLang="en-US" noProof="0"/>
              <a:t>编辑母版文本样式</a:t>
            </a:r>
          </a:p>
        </p:txBody>
      </p:sp>
      <p:sp>
        <p:nvSpPr>
          <p:cNvPr id="7" name="幻灯片编号占位符 6"/>
          <p:cNvSpPr>
            <a:spLocks noGrp="1"/>
          </p:cNvSpPr>
          <p:nvPr>
            <p:ph type="sldNum" sz="quarter" idx="12"/>
          </p:nvPr>
        </p:nvSpPr>
        <p:spPr/>
        <p:txBody>
          <a:bodyPr rtlCol="0"/>
          <a:lstStyle/>
          <a:p>
            <a:pPr rtl="0"/>
            <a:fld id="{6D22F896-40B5-4ADD-8801-0D06FADFA095}" type="slidenum">
              <a:rPr lang="en-US" altLang="zh-CN" noProof="0" smtClean="0"/>
              <a:t>‹#›</a:t>
            </a:fld>
            <a:endParaRPr lang="zh-CN" altLang="en-US" noProof="0"/>
          </a:p>
        </p:txBody>
      </p:sp>
      <p:cxnSp>
        <p:nvCxnSpPr>
          <p:cNvPr id="31" name="直接连接符​​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5" name="日期占位符 4">
            <a:extLst>
              <a:ext uri="{FF2B5EF4-FFF2-40B4-BE49-F238E27FC236}">
                <a16:creationId xmlns:a16="http://schemas.microsoft.com/office/drawing/2014/main" id="{76D23D12-1E4E-41BA-956C-A114626FF554}"/>
              </a:ext>
            </a:extLst>
          </p:cNvPr>
          <p:cNvSpPr>
            <a:spLocks noGrp="1"/>
          </p:cNvSpPr>
          <p:nvPr>
            <p:ph type="dt" sz="half" idx="13"/>
          </p:nvPr>
        </p:nvSpPr>
        <p:spPr/>
        <p:txBody>
          <a:bodyPr/>
          <a:lstStyle/>
          <a:p>
            <a:fld id="{E56A693A-4D03-4056-8614-D2A0BAB5F183}" type="datetime3">
              <a:rPr lang="zh-CN" altLang="en-US" smtClean="0"/>
              <a:t>2021年5月30日星期日</a:t>
            </a:fld>
            <a:endParaRPr lang="zh-CN" altLang="en-US"/>
          </a:p>
        </p:txBody>
      </p:sp>
      <p:sp>
        <p:nvSpPr>
          <p:cNvPr id="6" name="页脚占位符 5">
            <a:extLst>
              <a:ext uri="{FF2B5EF4-FFF2-40B4-BE49-F238E27FC236}">
                <a16:creationId xmlns:a16="http://schemas.microsoft.com/office/drawing/2014/main" id="{BCDBA164-DEC8-4681-A9E0-1629AA44ED27}"/>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409398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垂直文本">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p>
        </p:txBody>
      </p:sp>
      <p:sp>
        <p:nvSpPr>
          <p:cNvPr id="3" name="垂直文本占位符 2"/>
          <p:cNvSpPr>
            <a:spLocks noGrp="1"/>
          </p:cNvSpPr>
          <p:nvPr>
            <p:ph type="body" orient="vert" idx="1" hasCustomPrompt="1"/>
          </p:nvPr>
        </p:nvSpPr>
        <p:spPr/>
        <p:txBody>
          <a:bodyPr vert="eaVert"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6" name="灯片编号占位符 5"/>
          <p:cNvSpPr>
            <a:spLocks noGrp="1"/>
          </p:cNvSpPr>
          <p:nvPr>
            <p:ph type="sldNum" sz="quarter" idx="12"/>
          </p:nvPr>
        </p:nvSpPr>
        <p:spPr/>
        <p:txBody>
          <a:bodyPr rtlCol="0"/>
          <a:lstStyle/>
          <a:p>
            <a:pPr rtl="0"/>
            <a:fld id="{6D22F896-40B5-4ADD-8801-0D06FADFA095}" type="slidenum">
              <a:rPr lang="en-US" altLang="zh-CN" noProof="0" smtClean="0"/>
              <a:t>‹#›</a:t>
            </a:fld>
            <a:endParaRPr lang="zh-CN" altLang="en-US" noProof="0"/>
          </a:p>
        </p:txBody>
      </p:sp>
      <p:cxnSp>
        <p:nvCxnSpPr>
          <p:cNvPr id="26" name="直接连接符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4" name="日期占位符 3">
            <a:extLst>
              <a:ext uri="{FF2B5EF4-FFF2-40B4-BE49-F238E27FC236}">
                <a16:creationId xmlns:a16="http://schemas.microsoft.com/office/drawing/2014/main" id="{70CA5CDF-2FB5-4122-B44F-8AF286CA165A}"/>
              </a:ext>
            </a:extLst>
          </p:cNvPr>
          <p:cNvSpPr>
            <a:spLocks noGrp="1"/>
          </p:cNvSpPr>
          <p:nvPr>
            <p:ph type="dt" sz="half" idx="13"/>
          </p:nvPr>
        </p:nvSpPr>
        <p:spPr/>
        <p:txBody>
          <a:bodyPr/>
          <a:lstStyle/>
          <a:p>
            <a:fld id="{336E961D-20C3-4965-BAE6-FA6D060660CE}" type="datetime3">
              <a:rPr lang="zh-CN" altLang="en-US" smtClean="0"/>
              <a:t>2021年5月30日星期日</a:t>
            </a:fld>
            <a:endParaRPr lang="zh-CN" altLang="en-US"/>
          </a:p>
        </p:txBody>
      </p:sp>
      <p:sp>
        <p:nvSpPr>
          <p:cNvPr id="5" name="页脚占位符 4">
            <a:extLst>
              <a:ext uri="{FF2B5EF4-FFF2-40B4-BE49-F238E27FC236}">
                <a16:creationId xmlns:a16="http://schemas.microsoft.com/office/drawing/2014/main" id="{CBB57C1B-BE01-4051-93B3-35DAD7422F65}"/>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2260375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垂直文本">
    <p:spTree>
      <p:nvGrpSpPr>
        <p:cNvPr id="1" name=""/>
        <p:cNvGrpSpPr/>
        <p:nvPr/>
      </p:nvGrpSpPr>
      <p:grpSpPr>
        <a:xfrm>
          <a:off x="0" y="0"/>
          <a:ext cx="0" cy="0"/>
          <a:chOff x="0" y="0"/>
          <a:chExt cx="0" cy="0"/>
        </a:xfrm>
      </p:grpSpPr>
      <p:sp>
        <p:nvSpPr>
          <p:cNvPr id="2" name="标题 1"/>
          <p:cNvSpPr>
            <a:spLocks noGrp="1"/>
          </p:cNvSpPr>
          <p:nvPr>
            <p:ph type="title"/>
          </p:nvPr>
        </p:nvSpPr>
        <p:spPr>
          <a:xfrm>
            <a:off x="537178" y="804519"/>
            <a:ext cx="2531337" cy="1049235"/>
          </a:xfrm>
        </p:spPr>
        <p:txBody>
          <a:bodyPr rtlCol="0" anchor="ctr">
            <a:normAutofit/>
          </a:bodyPr>
          <a:lstStyle>
            <a:lvl1pPr marL="0" indent="0" algn="ctr">
              <a:buFont typeface="Arial" panose="020B0604020202020204" pitchFamily="34" charset="0"/>
              <a:buNone/>
              <a:defRPr sz="2400">
                <a:solidFill>
                  <a:schemeClr val="tx1"/>
                </a:solidFill>
              </a:defRPr>
            </a:lvl1pPr>
          </a:lstStyle>
          <a:p>
            <a:pPr rtl="0"/>
            <a:r>
              <a:rPr lang="zh-CN" altLang="en-US" noProof="0"/>
              <a:t>单击此处编辑</a:t>
            </a:r>
          </a:p>
        </p:txBody>
      </p:sp>
      <p:sp>
        <p:nvSpPr>
          <p:cNvPr id="3" name="垂直文本占位符 2"/>
          <p:cNvSpPr>
            <a:spLocks noGrp="1"/>
          </p:cNvSpPr>
          <p:nvPr>
            <p:ph type="body" orient="vert" idx="1" hasCustomPrompt="1"/>
          </p:nvPr>
        </p:nvSpPr>
        <p:spPr>
          <a:xfrm>
            <a:off x="537178" y="2015732"/>
            <a:ext cx="2531337" cy="3450613"/>
          </a:xfrm>
        </p:spPr>
        <p:txBody>
          <a:bodyPr vert="horz" rtlCol="0">
            <a:normAutofit/>
          </a:bodyPr>
          <a:lstStyle>
            <a:lvl1pPr marL="0" indent="457200" algn="l">
              <a:buNone/>
              <a:defRPr sz="2000"/>
            </a:lvl1pPr>
            <a:lvl2pPr marL="457200" indent="0" algn="l">
              <a:buNone/>
              <a:defRPr/>
            </a:lvl2pPr>
            <a:lvl3pPr marL="914400" indent="0" algn="l">
              <a:buNone/>
              <a:defRPr/>
            </a:lvl3pPr>
            <a:lvl4pPr marL="1371600" indent="0" algn="l">
              <a:buNone/>
              <a:defRPr/>
            </a:lvl4pPr>
            <a:lvl5pPr marL="1828800" indent="0" algn="l">
              <a:buNone/>
              <a:defRPr/>
            </a:lvl5pPr>
          </a:lstStyle>
          <a:p>
            <a:pPr lvl="0" rtl="0"/>
            <a:r>
              <a:rPr lang="zh-CN" altLang="en-US" noProof="0"/>
              <a:t>编辑母版文本样式</a:t>
            </a:r>
          </a:p>
        </p:txBody>
      </p:sp>
      <p:cxnSp>
        <p:nvCxnSpPr>
          <p:cNvPr id="26" name="直接连接符 25"/>
          <p:cNvCxnSpPr>
            <a:cxnSpLocks/>
          </p:cNvCxnSpPr>
          <p:nvPr/>
        </p:nvCxnSpPr>
        <p:spPr>
          <a:xfrm>
            <a:off x="539495" y="1847088"/>
            <a:ext cx="2532456"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9" name="垂直文本占位符 2">
            <a:extLst>
              <a:ext uri="{FF2B5EF4-FFF2-40B4-BE49-F238E27FC236}">
                <a16:creationId xmlns:a16="http://schemas.microsoft.com/office/drawing/2014/main" id="{62AF162D-8593-4021-A02B-AB5201D61C4B}"/>
              </a:ext>
            </a:extLst>
          </p:cNvPr>
          <p:cNvSpPr>
            <a:spLocks noGrp="1"/>
          </p:cNvSpPr>
          <p:nvPr>
            <p:ph type="body" orient="vert" idx="12" hasCustomPrompt="1"/>
          </p:nvPr>
        </p:nvSpPr>
        <p:spPr>
          <a:xfrm>
            <a:off x="3239347" y="804519"/>
            <a:ext cx="8413157" cy="4661824"/>
          </a:xfrm>
        </p:spPr>
        <p:txBody>
          <a:bodyPr vert="horz" rtlCol="0">
            <a:normAutofit/>
          </a:bodyPr>
          <a:lstStyle>
            <a:lvl1pPr marL="0" indent="457200" algn="l">
              <a:buNone/>
              <a:defRPr sz="2000"/>
            </a:lvl1pPr>
            <a:lvl2pPr marL="457200" indent="0" algn="l">
              <a:buNone/>
              <a:defRPr/>
            </a:lvl2pPr>
            <a:lvl3pPr marL="914400" indent="0" algn="l">
              <a:buNone/>
              <a:defRPr/>
            </a:lvl3pPr>
            <a:lvl4pPr marL="1371600" indent="0" algn="l">
              <a:buNone/>
              <a:defRPr/>
            </a:lvl4pPr>
            <a:lvl5pPr marL="1828800" indent="0" algn="l">
              <a:buNone/>
              <a:defRPr/>
            </a:lvl5pPr>
          </a:lstStyle>
          <a:p>
            <a:pPr lvl="0" rtl="0"/>
            <a:r>
              <a:rPr lang="zh-CN" altLang="en-US" noProof="0"/>
              <a:t>编辑母版文本样式</a:t>
            </a:r>
          </a:p>
        </p:txBody>
      </p:sp>
      <p:sp>
        <p:nvSpPr>
          <p:cNvPr id="4" name="日期占位符 3">
            <a:extLst>
              <a:ext uri="{FF2B5EF4-FFF2-40B4-BE49-F238E27FC236}">
                <a16:creationId xmlns:a16="http://schemas.microsoft.com/office/drawing/2014/main" id="{527B383E-F153-41F6-9BB7-8BF13D87FF77}"/>
              </a:ext>
            </a:extLst>
          </p:cNvPr>
          <p:cNvSpPr>
            <a:spLocks noGrp="1"/>
          </p:cNvSpPr>
          <p:nvPr>
            <p:ph type="dt" sz="half" idx="13"/>
          </p:nvPr>
        </p:nvSpPr>
        <p:spPr/>
        <p:txBody>
          <a:bodyPr/>
          <a:lstStyle/>
          <a:p>
            <a:fld id="{F73DB424-83DB-4580-B4BC-ECF78007F5C4}" type="datetime3">
              <a:rPr lang="zh-CN" altLang="en-US" smtClean="0"/>
              <a:t>2021年5月30日星期日</a:t>
            </a:fld>
            <a:endParaRPr lang="zh-CN" altLang="en-US"/>
          </a:p>
        </p:txBody>
      </p:sp>
      <p:sp>
        <p:nvSpPr>
          <p:cNvPr id="5" name="页脚占位符 4">
            <a:extLst>
              <a:ext uri="{FF2B5EF4-FFF2-40B4-BE49-F238E27FC236}">
                <a16:creationId xmlns:a16="http://schemas.microsoft.com/office/drawing/2014/main" id="{353E8B5D-495D-4C8C-A85B-98B9EB6E8DD3}"/>
              </a:ext>
            </a:extLst>
          </p:cNvPr>
          <p:cNvSpPr>
            <a:spLocks noGrp="1"/>
          </p:cNvSpPr>
          <p:nvPr>
            <p:ph type="ftr" sz="quarter" idx="14"/>
          </p:nvPr>
        </p:nvSpPr>
        <p:spPr/>
        <p:txBody>
          <a:bodyPr/>
          <a:lstStyle/>
          <a:p>
            <a:r>
              <a:rPr lang="en-US" altLang="zh-CN"/>
              <a:t>yishengjun@gmail.com</a:t>
            </a:r>
            <a:endParaRPr lang="zh-CN" altLang="en-US"/>
          </a:p>
        </p:txBody>
      </p:sp>
      <p:sp>
        <p:nvSpPr>
          <p:cNvPr id="6" name="灯片编号占位符 5">
            <a:extLst>
              <a:ext uri="{FF2B5EF4-FFF2-40B4-BE49-F238E27FC236}">
                <a16:creationId xmlns:a16="http://schemas.microsoft.com/office/drawing/2014/main" id="{ABA6E65A-C210-4015-A081-8DBBF4E40BE1}"/>
              </a:ext>
            </a:extLst>
          </p:cNvPr>
          <p:cNvSpPr>
            <a:spLocks noGrp="1"/>
          </p:cNvSpPr>
          <p:nvPr>
            <p:ph type="sldNum" sz="quarter" idx="15"/>
          </p:nvPr>
        </p:nvSpPr>
        <p:spPr/>
        <p:txBody>
          <a:bodyPr/>
          <a:lstStyle/>
          <a:p>
            <a:fld id="{6D22F896-40B5-4ADD-8801-0D06FADFA095}" type="slidenum">
              <a:rPr lang="en-US" altLang="zh-CN" smtClean="0"/>
              <a:pPr/>
              <a:t>‹#›</a:t>
            </a:fld>
            <a:endParaRPr lang="zh-CN" altLang="en-US"/>
          </a:p>
        </p:txBody>
      </p:sp>
    </p:spTree>
    <p:extLst>
      <p:ext uri="{BB962C8B-B14F-4D97-AF65-F5344CB8AC3E}">
        <p14:creationId xmlns:p14="http://schemas.microsoft.com/office/powerpoint/2010/main" val="9275075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9439111" y="798973"/>
            <a:ext cx="1615742" cy="4659889"/>
          </a:xfrm>
        </p:spPr>
        <p:txBody>
          <a:bodyPr vert="eaVert" rtlCol="0"/>
          <a:lstStyle>
            <a:lvl1pPr algn="l">
              <a:defRPr/>
            </a:lvl1pPr>
          </a:lstStyle>
          <a:p>
            <a:pPr rtl="0"/>
            <a:r>
              <a:rPr lang="zh-CN" altLang="en-US" noProof="0"/>
              <a:t>单击此处编辑母版标题样式</a:t>
            </a:r>
          </a:p>
        </p:txBody>
      </p:sp>
      <p:sp>
        <p:nvSpPr>
          <p:cNvPr id="3" name="垂直文本占位符 2"/>
          <p:cNvSpPr>
            <a:spLocks noGrp="1"/>
          </p:cNvSpPr>
          <p:nvPr>
            <p:ph type="body" orient="vert" idx="1" hasCustomPrompt="1"/>
          </p:nvPr>
        </p:nvSpPr>
        <p:spPr>
          <a:xfrm>
            <a:off x="1444672" y="798973"/>
            <a:ext cx="7828830" cy="4659889"/>
          </a:xfrm>
        </p:spPr>
        <p:txBody>
          <a:bodyPr vert="eaVert"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6" name="灯片编号占位符 5"/>
          <p:cNvSpPr>
            <a:spLocks noGrp="1"/>
          </p:cNvSpPr>
          <p:nvPr>
            <p:ph type="sldNum" sz="quarter" idx="12"/>
          </p:nvPr>
        </p:nvSpPr>
        <p:spPr/>
        <p:txBody>
          <a:bodyPr rtlCol="0"/>
          <a:lstStyle/>
          <a:p>
            <a:pPr rtl="0"/>
            <a:fld id="{6D22F896-40B5-4ADD-8801-0D06FADFA095}" type="slidenum">
              <a:rPr lang="en-US" altLang="zh-CN" noProof="0" smtClean="0"/>
              <a:t>‹#›</a:t>
            </a:fld>
            <a:endParaRPr lang="zh-CN" altLang="en-US" noProof="0"/>
          </a:p>
        </p:txBody>
      </p:sp>
      <p:cxnSp>
        <p:nvCxnSpPr>
          <p:cNvPr id="15" name="直接连接符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4" name="日期占位符 3">
            <a:extLst>
              <a:ext uri="{FF2B5EF4-FFF2-40B4-BE49-F238E27FC236}">
                <a16:creationId xmlns:a16="http://schemas.microsoft.com/office/drawing/2014/main" id="{E36369EE-A240-4E3B-ABA3-AF03B560AF88}"/>
              </a:ext>
            </a:extLst>
          </p:cNvPr>
          <p:cNvSpPr>
            <a:spLocks noGrp="1"/>
          </p:cNvSpPr>
          <p:nvPr>
            <p:ph type="dt" sz="half" idx="13"/>
          </p:nvPr>
        </p:nvSpPr>
        <p:spPr/>
        <p:txBody>
          <a:bodyPr/>
          <a:lstStyle/>
          <a:p>
            <a:fld id="{6BB7B0ED-0D27-4DA1-91A7-842075061C10}" type="datetime3">
              <a:rPr lang="zh-CN" altLang="en-US" smtClean="0"/>
              <a:t>2021年5月30日星期日</a:t>
            </a:fld>
            <a:endParaRPr lang="zh-CN" altLang="en-US"/>
          </a:p>
        </p:txBody>
      </p:sp>
      <p:sp>
        <p:nvSpPr>
          <p:cNvPr id="5" name="页脚占位符 4">
            <a:extLst>
              <a:ext uri="{FF2B5EF4-FFF2-40B4-BE49-F238E27FC236}">
                <a16:creationId xmlns:a16="http://schemas.microsoft.com/office/drawing/2014/main" id="{1F5EE968-A2B0-4A55-A061-711684C134A3}"/>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3706077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长方形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图片 6"/>
          <p:cNvPicPr>
            <a:picLocks noChangeAspect="1"/>
          </p:cNvPicPr>
          <p:nvPr userDrawn="1"/>
        </p:nvPicPr>
        <p:blipFill rotWithShape="1">
          <a:blip r:embed="rId14">
            <a:extLst>
              <a:ext uri="{28A0092B-C50C-407E-A947-70E740481C1C}">
                <a14:useLocalDpi xmlns:a14="http://schemas.microsoft.com/office/drawing/2010/main"/>
              </a:ext>
            </a:extLst>
          </a:blip>
          <a:srcRect b="-1562"/>
          <a:stretch/>
        </p:blipFill>
        <p:spPr bwMode="black">
          <a:xfrm>
            <a:off x="0" y="6126480"/>
            <a:ext cx="12192000" cy="742950"/>
          </a:xfrm>
          <a:prstGeom prst="rect">
            <a:avLst/>
          </a:prstGeom>
        </p:spPr>
      </p:pic>
      <p:sp>
        <p:nvSpPr>
          <p:cNvPr id="2" name="标题占位符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pPr rtl="0"/>
            <a:r>
              <a:rPr lang="zh-CN" altLang="en-US" noProof="0"/>
              <a:t>单击此处编辑母版标题样式</a:t>
            </a:r>
          </a:p>
        </p:txBody>
      </p:sp>
      <p:sp>
        <p:nvSpPr>
          <p:cNvPr id="3" name="文本占位符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rtl="0"/>
            <a:r>
              <a:rPr lang="zh-CN" altLang="en-US" noProof="0" dirty="0"/>
              <a:t>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幻灯片编号占位符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latin typeface="Microsoft YaHei UI" panose="020B0503020204020204" pitchFamily="34" charset="-122"/>
                <a:ea typeface="Microsoft YaHei UI" panose="020B0503020204020204" pitchFamily="34" charset="-122"/>
              </a:defRPr>
            </a:lvl1pPr>
          </a:lstStyle>
          <a:p>
            <a:fld id="{6D22F896-40B5-4ADD-8801-0D06FADFA095}" type="slidenum">
              <a:rPr lang="en-US" altLang="zh-CN" smtClean="0"/>
              <a:pPr/>
              <a:t>‹#›</a:t>
            </a:fld>
            <a:endParaRPr lang="zh-CN" altLang="en-US"/>
          </a:p>
        </p:txBody>
      </p:sp>
      <p:cxnSp>
        <p:nvCxnSpPr>
          <p:cNvPr id="10" name="直接连接符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4" name="页脚占位符 3">
            <a:extLst>
              <a:ext uri="{FF2B5EF4-FFF2-40B4-BE49-F238E27FC236}">
                <a16:creationId xmlns:a16="http://schemas.microsoft.com/office/drawing/2014/main" id="{7FD0EB57-111A-4B2A-A413-5C6D205883E8}"/>
              </a:ext>
            </a:extLst>
          </p:cNvPr>
          <p:cNvSpPr>
            <a:spLocks noGrp="1"/>
          </p:cNvSpPr>
          <p:nvPr>
            <p:ph type="ftr" sz="quarter" idx="3"/>
          </p:nvPr>
        </p:nvSpPr>
        <p:spPr>
          <a:xfrm>
            <a:off x="284284" y="6313361"/>
            <a:ext cx="7778262" cy="365125"/>
          </a:xfrm>
          <a:prstGeom prst="rect">
            <a:avLst/>
          </a:prstGeom>
        </p:spPr>
        <p:txBody>
          <a:bodyPr vert="horz" lIns="91440" tIns="45720" rIns="91440" bIns="45720" rtlCol="0" anchor="ctr"/>
          <a:lstStyle>
            <a:lvl1pPr algn="l">
              <a:defRPr sz="1600">
                <a:solidFill>
                  <a:srgbClr val="92D050"/>
                </a:solidFill>
                <a:highlight>
                  <a:srgbClr val="000000"/>
                </a:highlight>
                <a:latin typeface="Consolas" panose="020B0609020204030204" pitchFamily="49" charset="0"/>
              </a:defRPr>
            </a:lvl1pPr>
          </a:lstStyle>
          <a:p>
            <a:r>
              <a:rPr lang="en-US" altLang="zh-CN"/>
              <a:t>yishengjun@gmail.com</a:t>
            </a:r>
            <a:endParaRPr lang="zh-CN" altLang="en-US"/>
          </a:p>
        </p:txBody>
      </p:sp>
      <p:sp>
        <p:nvSpPr>
          <p:cNvPr id="9" name="日期占位符 8">
            <a:extLst>
              <a:ext uri="{FF2B5EF4-FFF2-40B4-BE49-F238E27FC236}">
                <a16:creationId xmlns:a16="http://schemas.microsoft.com/office/drawing/2014/main" id="{EAA4E52F-9709-40FD-A895-2FE1C00D8C69}"/>
              </a:ext>
            </a:extLst>
          </p:cNvPr>
          <p:cNvSpPr>
            <a:spLocks noGrp="1"/>
          </p:cNvSpPr>
          <p:nvPr>
            <p:ph type="dt" sz="half" idx="2"/>
          </p:nvPr>
        </p:nvSpPr>
        <p:spPr>
          <a:xfrm>
            <a:off x="8346830" y="6313362"/>
            <a:ext cx="3560886" cy="365125"/>
          </a:xfrm>
          <a:prstGeom prst="rect">
            <a:avLst/>
          </a:prstGeom>
        </p:spPr>
        <p:txBody>
          <a:bodyPr vert="horz" lIns="91440" tIns="45720" rIns="91440" bIns="45720" rtlCol="0" anchor="ctr"/>
          <a:lstStyle>
            <a:lvl1pPr algn="r">
              <a:defRPr sz="1600">
                <a:solidFill>
                  <a:srgbClr val="92D050"/>
                </a:solidFill>
                <a:highlight>
                  <a:srgbClr val="000000"/>
                </a:highlight>
                <a:latin typeface="Consolas" panose="020B0609020204030204" pitchFamily="49" charset="0"/>
              </a:defRPr>
            </a:lvl1pPr>
          </a:lstStyle>
          <a:p>
            <a:fld id="{D5550057-DA13-45DC-A192-B4608A395894}" type="datetime3">
              <a:rPr lang="zh-CN" altLang="en-US" smtClean="0"/>
              <a:t>2021年5月30日星期日</a:t>
            </a:fld>
            <a:endParaRPr lang="zh-CN" altLang="en-US"/>
          </a:p>
        </p:txBody>
      </p:sp>
    </p:spTree>
    <p:extLst>
      <p:ext uri="{BB962C8B-B14F-4D97-AF65-F5344CB8AC3E}">
        <p14:creationId xmlns:p14="http://schemas.microsoft.com/office/powerpoint/2010/main" val="394203532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20" r:id="rId11"/>
    <p:sldLayoutId id="2147483719" r:id="rId12"/>
  </p:sldLayoutIdLst>
  <p:hf sldNum="0" hdr="0"/>
  <p:txStyles>
    <p:titleStyle>
      <a:lvl1pPr algn="l" defTabSz="914400" rtl="0" eaLnBrk="1" latinLnBrk="0" hangingPunct="1">
        <a:lnSpc>
          <a:spcPct val="90000"/>
        </a:lnSpc>
        <a:spcBef>
          <a:spcPct val="0"/>
        </a:spcBef>
        <a:buNone/>
        <a:defRPr sz="3200" b="0" i="0" kern="1200" cap="all">
          <a:solidFill>
            <a:schemeClr val="tx1"/>
          </a:solidFill>
          <a:effectLst/>
          <a:latin typeface="Microsoft YaHei UI" panose="020B0503020204020204" pitchFamily="34" charset="-122"/>
          <a:ea typeface="Microsoft YaHei UI" panose="020B0503020204020204" pitchFamily="34" charset="-122"/>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icrosoft YaHei UI" panose="020B0503020204020204" pitchFamily="34" charset="-122"/>
          <a:ea typeface="Microsoft YaHei UI" panose="020B0503020204020204" pitchFamily="34" charset="-122"/>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icrosoft YaHei UI" panose="020B0503020204020204" pitchFamily="34" charset="-122"/>
          <a:ea typeface="Microsoft YaHei UI" panose="020B0503020204020204" pitchFamily="34" charset="-122"/>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icrosoft YaHei UI" panose="020B0503020204020204" pitchFamily="34" charset="-122"/>
          <a:ea typeface="Microsoft YaHei UI" panose="020B0503020204020204" pitchFamily="34" charset="-122"/>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icrosoft YaHei UI" panose="020B0503020204020204" pitchFamily="34" charset="-122"/>
          <a:ea typeface="Microsoft YaHei UI" panose="020B0503020204020204" pitchFamily="34" charset="-122"/>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icrosoft YaHei UI" panose="020B0503020204020204" pitchFamily="34" charset="-122"/>
          <a:ea typeface="Microsoft YaHei UI" panose="020B0503020204020204" pitchFamily="34" charset="-122"/>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3.jpeg"/><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4.png"/><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3.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5" name="图片 4" descr="墙壁上的空画框的图像">
            <a:extLst>
              <a:ext uri="{FF2B5EF4-FFF2-40B4-BE49-F238E27FC236}">
                <a16:creationId xmlns:a16="http://schemas.microsoft.com/office/drawing/2014/main" id="{74B1416E-E144-4B0E-9CB1-2137FB57B75D}"/>
              </a:ext>
            </a:extLst>
          </p:cNvPr>
          <p:cNvPicPr>
            <a:picLocks noChangeAspect="1"/>
          </p:cNvPicPr>
          <p:nvPr/>
        </p:nvPicPr>
        <p:blipFill rotWithShape="1">
          <a:blip r:embed="rId3"/>
          <a:srcRect l="787" t="9815" r="8304" b="13286"/>
          <a:stretch/>
        </p:blipFill>
        <p:spPr>
          <a:xfrm>
            <a:off x="2" y="10"/>
            <a:ext cx="12191695" cy="6857990"/>
          </a:xfrm>
          <a:prstGeom prst="rect">
            <a:avLst/>
          </a:prstGeom>
        </p:spPr>
      </p:pic>
      <p:sp>
        <p:nvSpPr>
          <p:cNvPr id="34" name="矩形​ 33">
            <a:extLst>
              <a:ext uri="{FF2B5EF4-FFF2-40B4-BE49-F238E27FC236}">
                <a16:creationId xmlns:a16="http://schemas.microsoft.com/office/drawing/2014/main" id="{A4092ECB-D375-4A85-AD6E-85644D2A99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7" y="3064931"/>
            <a:ext cx="8293042"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rtl="0"/>
            <a:endParaRPr lang="zh-CN" altLang="en-US">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08BDDBEB-2A0E-4470-BE29-A528A3A60875}"/>
              </a:ext>
            </a:extLst>
          </p:cNvPr>
          <p:cNvSpPr>
            <a:spLocks noGrp="1"/>
          </p:cNvSpPr>
          <p:nvPr>
            <p:ph type="ctrTitle"/>
          </p:nvPr>
        </p:nvSpPr>
        <p:spPr>
          <a:xfrm>
            <a:off x="1196351" y="3236470"/>
            <a:ext cx="6829044" cy="1252601"/>
          </a:xfrm>
        </p:spPr>
        <p:txBody>
          <a:bodyPr rtlCol="0">
            <a:normAutofit/>
          </a:bodyPr>
          <a:lstStyle/>
          <a:p>
            <a:pPr rtl="0"/>
            <a:r>
              <a:rPr lang="en-US" altLang="zh-CN" sz="4100" cap="none">
                <a:solidFill>
                  <a:srgbClr val="FFFFFE"/>
                </a:solidFill>
                <a:ea typeface="Microsoft YaHei UI" panose="020B0503020204020204" pitchFamily="34" charset="-122"/>
              </a:rPr>
              <a:t>MicroFlakeX</a:t>
            </a:r>
            <a:endParaRPr lang="zh-CN" altLang="en-US" sz="4100" cap="none" dirty="0">
              <a:solidFill>
                <a:srgbClr val="FFFFFE"/>
              </a:solidFill>
              <a:ea typeface="Microsoft YaHei UI" panose="020B0503020204020204" pitchFamily="34" charset="-122"/>
            </a:endParaRPr>
          </a:p>
        </p:txBody>
      </p:sp>
      <p:sp>
        <p:nvSpPr>
          <p:cNvPr id="3" name="副标题 2">
            <a:extLst>
              <a:ext uri="{FF2B5EF4-FFF2-40B4-BE49-F238E27FC236}">
                <a16:creationId xmlns:a16="http://schemas.microsoft.com/office/drawing/2014/main" id="{1D090625-51CE-4ECB-81A4-C4905F3FBFE9}"/>
              </a:ext>
            </a:extLst>
          </p:cNvPr>
          <p:cNvSpPr>
            <a:spLocks noGrp="1"/>
          </p:cNvSpPr>
          <p:nvPr>
            <p:ph type="subTitle" idx="1"/>
          </p:nvPr>
        </p:nvSpPr>
        <p:spPr>
          <a:xfrm>
            <a:off x="1196350" y="4784894"/>
            <a:ext cx="6829043" cy="716529"/>
          </a:xfrm>
        </p:spPr>
        <p:txBody>
          <a:bodyPr rtlCol="0">
            <a:normAutofit/>
          </a:bodyPr>
          <a:lstStyle/>
          <a:p>
            <a:pPr rtl="0"/>
            <a:r>
              <a:rPr lang="en-US" altLang="zh-CN" sz="1600" cap="none">
                <a:solidFill>
                  <a:schemeClr val="bg2"/>
                </a:solidFill>
                <a:ea typeface="Microsoft YaHei UI" panose="020B0503020204020204" pitchFamily="34" charset="-122"/>
              </a:rPr>
              <a:t>MfxType</a:t>
            </a:r>
            <a:r>
              <a:rPr lang="zh-CN" altLang="en-US" sz="1600" cap="none">
                <a:solidFill>
                  <a:schemeClr val="bg2"/>
                </a:solidFill>
                <a:ea typeface="Microsoft YaHei UI" panose="020B0503020204020204" pitchFamily="34" charset="-122"/>
              </a:rPr>
              <a:t>简介</a:t>
            </a:r>
            <a:endParaRPr lang="en-US" altLang="zh-CN" sz="1600" cap="none">
              <a:solidFill>
                <a:schemeClr val="bg2"/>
              </a:solidFill>
              <a:ea typeface="Microsoft YaHei UI" panose="020B0503020204020204" pitchFamily="34" charset="-122"/>
            </a:endParaRPr>
          </a:p>
        </p:txBody>
      </p:sp>
      <p:cxnSp>
        <p:nvCxnSpPr>
          <p:cNvPr id="36" name="直接连接符​​ 35">
            <a:extLst>
              <a:ext uri="{FF2B5EF4-FFF2-40B4-BE49-F238E27FC236}">
                <a16:creationId xmlns:a16="http://schemas.microsoft.com/office/drawing/2014/main" id="{B6C1711D-6DAC-4FE1-B7B6-AC8A81B84C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0525" y="4666480"/>
            <a:ext cx="68290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4" name="日期占位符 3">
            <a:extLst>
              <a:ext uri="{FF2B5EF4-FFF2-40B4-BE49-F238E27FC236}">
                <a16:creationId xmlns:a16="http://schemas.microsoft.com/office/drawing/2014/main" id="{713E5B90-9042-4856-8903-B9D312A225BC}"/>
              </a:ext>
            </a:extLst>
          </p:cNvPr>
          <p:cNvSpPr>
            <a:spLocks noGrp="1"/>
          </p:cNvSpPr>
          <p:nvPr>
            <p:ph type="dt" sz="half" idx="10"/>
          </p:nvPr>
        </p:nvSpPr>
        <p:spPr/>
        <p:txBody>
          <a:bodyPr/>
          <a:lstStyle/>
          <a:p>
            <a:fld id="{4C1699CE-D840-4989-B3A9-A08C12E8F20F}" type="datetime3">
              <a:rPr lang="zh-CN" altLang="en-US" smtClean="0"/>
              <a:t>2021年5月30日星期日</a:t>
            </a:fld>
            <a:endParaRPr lang="zh-CN" altLang="en-US"/>
          </a:p>
        </p:txBody>
      </p:sp>
      <p:sp>
        <p:nvSpPr>
          <p:cNvPr id="6" name="页脚占位符 5">
            <a:extLst>
              <a:ext uri="{FF2B5EF4-FFF2-40B4-BE49-F238E27FC236}">
                <a16:creationId xmlns:a16="http://schemas.microsoft.com/office/drawing/2014/main" id="{2AAE20FA-665E-40EE-8D4E-05423A61C145}"/>
              </a:ext>
            </a:extLst>
          </p:cNvPr>
          <p:cNvSpPr>
            <a:spLocks noGrp="1"/>
          </p:cNvSpPr>
          <p:nvPr>
            <p:ph type="ftr" sz="quarter" idx="11"/>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300101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72" name="矩形 71">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4" name="图片 73">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1562"/>
          <a:stretch/>
        </p:blipFill>
        <p:spPr bwMode="black">
          <a:xfrm>
            <a:off x="0" y="6126480"/>
            <a:ext cx="12192000" cy="742950"/>
          </a:xfrm>
          <a:prstGeom prst="rect">
            <a:avLst/>
          </a:prstGeom>
        </p:spPr>
      </p:pic>
      <p:cxnSp>
        <p:nvCxnSpPr>
          <p:cNvPr id="76" name="直接连接符 75">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C9D4B225-18E9-4C5B-94D8-2ABE6D161E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80" name="长方形 79">
            <a:extLst>
              <a:ext uri="{FF2B5EF4-FFF2-40B4-BE49-F238E27FC236}">
                <a16:creationId xmlns:a16="http://schemas.microsoft.com/office/drawing/2014/main" id="{5BB14454-D00C-4958-BB39-F5F9F3AC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dirty="0">
              <a:latin typeface="Microsoft YaHei UI" panose="020B0503020204020204" pitchFamily="34" charset="-122"/>
              <a:ea typeface="Microsoft YaHei UI" panose="020B0503020204020204" pitchFamily="34" charset="-122"/>
            </a:endParaRPr>
          </a:p>
        </p:txBody>
      </p:sp>
      <p:cxnSp>
        <p:nvCxnSpPr>
          <p:cNvPr id="82" name="直接连接符 81">
            <a:extLst>
              <a:ext uri="{FF2B5EF4-FFF2-40B4-BE49-F238E27FC236}">
                <a16:creationId xmlns:a16="http://schemas.microsoft.com/office/drawing/2014/main" id="{28A657A7-C4E5-425B-98FA-BB817FF7BF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8029" y="1847088"/>
            <a:ext cx="3520368"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63" name="标题 1">
            <a:extLst>
              <a:ext uri="{FF2B5EF4-FFF2-40B4-BE49-F238E27FC236}">
                <a16:creationId xmlns:a16="http://schemas.microsoft.com/office/drawing/2014/main" id="{69F1744A-CA11-44DA-AE09-C24B436C1B4F}"/>
              </a:ext>
            </a:extLst>
          </p:cNvPr>
          <p:cNvSpPr>
            <a:spLocks noGrp="1"/>
          </p:cNvSpPr>
          <p:nvPr>
            <p:ph type="title"/>
          </p:nvPr>
        </p:nvSpPr>
        <p:spPr>
          <a:xfrm>
            <a:off x="7137820" y="1061192"/>
            <a:ext cx="3520367" cy="1049235"/>
          </a:xfrm>
        </p:spPr>
        <p:txBody>
          <a:bodyPr vert="horz" lIns="91440" tIns="45720" rIns="91440" bIns="45720" rtlCol="0" anchor="t">
            <a:normAutofit/>
          </a:bodyPr>
          <a:lstStyle/>
          <a:p>
            <a:pPr algn="ctr" rtl="0"/>
            <a:r>
              <a:rPr lang="en-US" altLang="zh-CN" cap="none">
                <a:ea typeface="Microsoft YaHei UI" panose="020B0503020204020204" pitchFamily="34" charset="-122"/>
              </a:rPr>
              <a:t>MfxType</a:t>
            </a:r>
            <a:r>
              <a:rPr lang="zh-CN" altLang="en-US" cap="none"/>
              <a:t>的构成</a:t>
            </a:r>
            <a:endParaRPr lang="zh-CN" altLang="en-US" cap="none" dirty="0">
              <a:ea typeface="Microsoft YaHei UI" panose="020B0503020204020204" pitchFamily="34" charset="-122"/>
            </a:endParaRPr>
          </a:p>
        </p:txBody>
      </p:sp>
      <p:sp>
        <p:nvSpPr>
          <p:cNvPr id="84" name="矩形 83">
            <a:extLst>
              <a:ext uri="{FF2B5EF4-FFF2-40B4-BE49-F238E27FC236}">
                <a16:creationId xmlns:a16="http://schemas.microsoft.com/office/drawing/2014/main" id="{A1084370-0E70-4003-9787-3490FCC20E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zh-CN" altLang="en-US" dirty="0">
              <a:latin typeface="Microsoft YaHei UI" panose="020B0503020204020204" pitchFamily="34" charset="-122"/>
              <a:ea typeface="Microsoft YaHei UI" panose="020B0503020204020204" pitchFamily="34" charset="-122"/>
            </a:endParaRPr>
          </a:p>
        </p:txBody>
      </p:sp>
      <p:grpSp>
        <p:nvGrpSpPr>
          <p:cNvPr id="86" name="组 85">
            <a:extLst>
              <a:ext uri="{FF2B5EF4-FFF2-40B4-BE49-F238E27FC236}">
                <a16:creationId xmlns:a16="http://schemas.microsoft.com/office/drawing/2014/main" id="{2B7C66D2-22E8-4E8F-829B-050BFA7C86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2237" y="482171"/>
            <a:ext cx="6104331" cy="5149101"/>
            <a:chOff x="7463259" y="583365"/>
            <a:chExt cx="6104330" cy="5181928"/>
          </a:xfrm>
        </p:grpSpPr>
        <p:sp>
          <p:nvSpPr>
            <p:cNvPr id="87" name="矩形 86">
              <a:extLst>
                <a:ext uri="{FF2B5EF4-FFF2-40B4-BE49-F238E27FC236}">
                  <a16:creationId xmlns:a16="http://schemas.microsoft.com/office/drawing/2014/main" id="{F0B78D6F-1F61-4DBB-8F5A-934BB850DD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3259" y="583365"/>
              <a:ext cx="6104330"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rtl="0"/>
              <a:endParaRPr lang="zh-CN" altLang="en-US" dirty="0">
                <a:latin typeface="Microsoft YaHei UI" panose="020B0503020204020204" pitchFamily="34" charset="-122"/>
                <a:ea typeface="Microsoft YaHei UI" panose="020B0503020204020204" pitchFamily="34" charset="-122"/>
              </a:endParaRPr>
            </a:p>
          </p:txBody>
        </p:sp>
        <p:sp>
          <p:nvSpPr>
            <p:cNvPr id="88" name="矩形 87">
              <a:extLst>
                <a:ext uri="{FF2B5EF4-FFF2-40B4-BE49-F238E27FC236}">
                  <a16:creationId xmlns:a16="http://schemas.microsoft.com/office/drawing/2014/main" id="{23EA261D-1F8C-4BE5-8586-3C1CC5CE80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6318" y="915807"/>
              <a:ext cx="5471354" cy="4494927"/>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rtl="0"/>
              <a:endParaRPr lang="zh-CN" altLang="en-US" dirty="0">
                <a:latin typeface="Microsoft YaHei UI" panose="020B0503020204020204" pitchFamily="34" charset="-122"/>
                <a:ea typeface="Microsoft YaHei UI" panose="020B0503020204020204" pitchFamily="34" charset="-122"/>
              </a:endParaRPr>
            </a:p>
          </p:txBody>
        </p:sp>
      </p:grpSp>
      <p:pic>
        <p:nvPicPr>
          <p:cNvPr id="6" name="图片占位符 5">
            <a:extLst>
              <a:ext uri="{FF2B5EF4-FFF2-40B4-BE49-F238E27FC236}">
                <a16:creationId xmlns:a16="http://schemas.microsoft.com/office/drawing/2014/main" id="{65EB9C0E-82E1-4B5B-A48D-C50A96A0164A}"/>
              </a:ext>
            </a:extLst>
          </p:cNvPr>
          <p:cNvPicPr>
            <a:picLocks noGrp="1" noChangeAspect="1"/>
          </p:cNvPicPr>
          <p:nvPr>
            <p:ph type="pic" idx="1"/>
          </p:nvPr>
        </p:nvPicPr>
        <p:blipFill>
          <a:blip r:embed="rId4"/>
          <a:srcRect l="2862" r="2862"/>
          <a:stretch/>
        </p:blipFill>
        <p:spPr>
          <a:xfrm>
            <a:off x="1271223" y="1116345"/>
            <a:ext cx="4825148" cy="3866172"/>
          </a:xfrm>
          <a:prstGeom prst="rect">
            <a:avLst/>
          </a:prstGeom>
        </p:spPr>
      </p:pic>
      <p:pic>
        <p:nvPicPr>
          <p:cNvPr id="90" name="图片 89">
            <a:extLst>
              <a:ext uri="{FF2B5EF4-FFF2-40B4-BE49-F238E27FC236}">
                <a16:creationId xmlns:a16="http://schemas.microsoft.com/office/drawing/2014/main" id="{3635D2BC-4EDA-4A3E-83BF-035608099BD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1562"/>
          <a:stretch/>
        </p:blipFill>
        <p:spPr bwMode="black">
          <a:xfrm>
            <a:off x="0" y="6126480"/>
            <a:ext cx="12192000" cy="742950"/>
          </a:xfrm>
          <a:prstGeom prst="rect">
            <a:avLst/>
          </a:prstGeom>
        </p:spPr>
      </p:pic>
      <p:cxnSp>
        <p:nvCxnSpPr>
          <p:cNvPr id="92" name="直接连接符 91">
            <a:extLst>
              <a:ext uri="{FF2B5EF4-FFF2-40B4-BE49-F238E27FC236}">
                <a16:creationId xmlns:a16="http://schemas.microsoft.com/office/drawing/2014/main" id="{A3C86EB9-7FA9-42F7-B348-A7FD17436A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graphicFrame>
        <p:nvGraphicFramePr>
          <p:cNvPr id="18" name="内容占位符 2" descr="SmartArt 图形">
            <a:extLst>
              <a:ext uri="{FF2B5EF4-FFF2-40B4-BE49-F238E27FC236}">
                <a16:creationId xmlns:a16="http://schemas.microsoft.com/office/drawing/2014/main" id="{FB509DA5-15CF-4F50-8076-F311C53562F4}"/>
              </a:ext>
            </a:extLst>
          </p:cNvPr>
          <p:cNvGraphicFramePr>
            <a:graphicFrameLocks/>
          </p:cNvGraphicFramePr>
          <p:nvPr>
            <p:extLst>
              <p:ext uri="{D42A27DB-BD31-4B8C-83A1-F6EECF244321}">
                <p14:modId xmlns:p14="http://schemas.microsoft.com/office/powerpoint/2010/main" val="4164685930"/>
              </p:ext>
            </p:extLst>
          </p:nvPr>
        </p:nvGraphicFramePr>
        <p:xfrm>
          <a:off x="6443652" y="2195590"/>
          <a:ext cx="5252310" cy="480059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 name="日期占位符 1">
            <a:extLst>
              <a:ext uri="{FF2B5EF4-FFF2-40B4-BE49-F238E27FC236}">
                <a16:creationId xmlns:a16="http://schemas.microsoft.com/office/drawing/2014/main" id="{31C4EAA4-B39C-460F-B008-8FE2731B369B}"/>
              </a:ext>
            </a:extLst>
          </p:cNvPr>
          <p:cNvSpPr>
            <a:spLocks noGrp="1"/>
          </p:cNvSpPr>
          <p:nvPr>
            <p:ph type="dt" sz="half" idx="13"/>
          </p:nvPr>
        </p:nvSpPr>
        <p:spPr/>
        <p:txBody>
          <a:bodyPr/>
          <a:lstStyle/>
          <a:p>
            <a:fld id="{9751A2FC-9F27-4835-81CD-774557C382CA}" type="datetime3">
              <a:rPr lang="zh-CN" altLang="en-US" smtClean="0"/>
              <a:t>2021年5月30日星期日</a:t>
            </a:fld>
            <a:endParaRPr lang="zh-CN" altLang="en-US"/>
          </a:p>
        </p:txBody>
      </p:sp>
      <p:sp>
        <p:nvSpPr>
          <p:cNvPr id="3" name="页脚占位符 2">
            <a:extLst>
              <a:ext uri="{FF2B5EF4-FFF2-40B4-BE49-F238E27FC236}">
                <a16:creationId xmlns:a16="http://schemas.microsoft.com/office/drawing/2014/main" id="{F3EB56B4-B22A-4CBE-BFB7-E7983F72E336}"/>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825492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E205BB-B4F2-47E0-9E0D-182D55706185}"/>
              </a:ext>
            </a:extLst>
          </p:cNvPr>
          <p:cNvSpPr>
            <a:spLocks noGrp="1"/>
          </p:cNvSpPr>
          <p:nvPr>
            <p:ph type="title"/>
          </p:nvPr>
        </p:nvSpPr>
        <p:spPr/>
        <p:txBody>
          <a:bodyPr/>
          <a:lstStyle/>
          <a:p>
            <a:r>
              <a:rPr lang="en-US" altLang="zh-CN"/>
              <a:t>MFX</a:t>
            </a:r>
            <a:r>
              <a:rPr lang="zh-CN" altLang="en-US" cap="none"/>
              <a:t>基本类型</a:t>
            </a:r>
          </a:p>
        </p:txBody>
      </p:sp>
      <p:sp>
        <p:nvSpPr>
          <p:cNvPr id="4" name="文本占位符 3">
            <a:extLst>
              <a:ext uri="{FF2B5EF4-FFF2-40B4-BE49-F238E27FC236}">
                <a16:creationId xmlns:a16="http://schemas.microsoft.com/office/drawing/2014/main" id="{744A9DB2-B2CE-441B-B5CF-7F18C07CB02B}"/>
              </a:ext>
            </a:extLst>
          </p:cNvPr>
          <p:cNvSpPr>
            <a:spLocks noGrp="1"/>
          </p:cNvSpPr>
          <p:nvPr>
            <p:ph type="body" orient="vert" idx="1"/>
          </p:nvPr>
        </p:nvSpPr>
        <p:spPr/>
        <p:txBody>
          <a:bodyPr/>
          <a:lstStyle/>
          <a:p>
            <a:r>
              <a:rPr lang="en-US" altLang="zh-CN"/>
              <a:t>MFX</a:t>
            </a:r>
            <a:r>
              <a:rPr lang="zh-CN" altLang="en-US"/>
              <a:t>提供了一套简单的反射机制。</a:t>
            </a:r>
            <a:endParaRPr lang="en-US" altLang="zh-CN"/>
          </a:p>
          <a:p>
            <a:r>
              <a:rPr lang="zh-CN" altLang="en-US"/>
              <a:t>这套机制允许用户使用字符串来创建对应的对象以及使用字符串调用对象的方法。</a:t>
            </a:r>
          </a:p>
        </p:txBody>
      </p:sp>
      <p:sp>
        <p:nvSpPr>
          <p:cNvPr id="7" name="竖排文字占位符 6">
            <a:extLst>
              <a:ext uri="{FF2B5EF4-FFF2-40B4-BE49-F238E27FC236}">
                <a16:creationId xmlns:a16="http://schemas.microsoft.com/office/drawing/2014/main" id="{4F9E0DB6-76A6-4BA3-B763-D44F77D3FB86}"/>
              </a:ext>
            </a:extLst>
          </p:cNvPr>
          <p:cNvSpPr>
            <a:spLocks noGrp="1"/>
          </p:cNvSpPr>
          <p:nvPr>
            <p:ph type="body" orient="vert" idx="12"/>
          </p:nvPr>
        </p:nvSpPr>
        <p:spPr/>
        <p:txBody>
          <a:bodyPr>
            <a:normAutofit/>
          </a:bodyPr>
          <a:lstStyle/>
          <a:p>
            <a:r>
              <a:rPr lang="zh-CN" altLang="en-US"/>
              <a:t>使用</a:t>
            </a:r>
            <a:r>
              <a:rPr lang="en-US" altLang="zh-CN"/>
              <a:t>MFX</a:t>
            </a:r>
            <a:r>
              <a:rPr lang="zh-CN" altLang="en-US"/>
              <a:t>反射框架需要子类公有继承</a:t>
            </a:r>
            <a:r>
              <a:rPr lang="en-US" altLang="zh-CN"/>
              <a:t>MfxBase</a:t>
            </a:r>
            <a:r>
              <a:rPr lang="zh-CN" altLang="en-US"/>
              <a:t>基类、声明</a:t>
            </a:r>
            <a:r>
              <a:rPr lang="en-US" altLang="zh-CN"/>
              <a:t>MfxObject</a:t>
            </a:r>
            <a:r>
              <a:rPr lang="zh-CN" altLang="en-US"/>
              <a:t>宏然后实现</a:t>
            </a:r>
            <a:r>
              <a:rPr lang="en-US" altLang="zh-CN"/>
              <a:t>MfxObject_Init(OBJ)</a:t>
            </a:r>
            <a:r>
              <a:rPr lang="zh-CN" altLang="en-US"/>
              <a:t>和</a:t>
            </a:r>
            <a:r>
              <a:rPr lang="en-US" altLang="zh-CN"/>
              <a:t>MfxObject_EndInit(OBJ,FATHER)</a:t>
            </a:r>
            <a:r>
              <a:rPr lang="zh-CN" altLang="en-US"/>
              <a:t>宏。</a:t>
            </a:r>
            <a:endParaRPr lang="en-US" altLang="zh-CN"/>
          </a:p>
          <a:p>
            <a:r>
              <a:rPr lang="zh-CN" altLang="en-US"/>
              <a:t>这些宏函数会为您的类，自动生成</a:t>
            </a:r>
            <a:r>
              <a:rPr lang="en-US" altLang="zh-CN"/>
              <a:t>AutoFunc(MfxString…)</a:t>
            </a:r>
            <a:r>
              <a:rPr lang="zh-CN" altLang="en-US"/>
              <a:t>方法以及在</a:t>
            </a:r>
            <a:r>
              <a:rPr lang="en-US" altLang="zh-CN"/>
              <a:t>MfxFactory</a:t>
            </a:r>
            <a:r>
              <a:rPr lang="zh-CN" altLang="en-US"/>
              <a:t>中注册您的类。</a:t>
            </a:r>
            <a:endParaRPr lang="en-US" altLang="zh-CN"/>
          </a:p>
          <a:p>
            <a:r>
              <a:rPr lang="zh-CN" altLang="en-US"/>
              <a:t>请注意以下几点比较重要的说明</a:t>
            </a:r>
            <a:endParaRPr lang="en-US" altLang="zh-CN"/>
          </a:p>
          <a:p>
            <a:pPr marL="1371600" lvl="2" indent="-457200">
              <a:buFont typeface="Wingdings" panose="05000000000000000000" pitchFamily="2" charset="2"/>
              <a:buChar char="Ø"/>
            </a:pPr>
            <a:r>
              <a:rPr lang="en-US" altLang="zh-CN"/>
              <a:t>MfxFactory</a:t>
            </a:r>
            <a:r>
              <a:rPr lang="zh-CN" altLang="en-US"/>
              <a:t>工厂中注册的类，在构造的时候，使用的是无参</a:t>
            </a:r>
            <a:r>
              <a:rPr lang="en-US" altLang="zh-CN"/>
              <a:t>new</a:t>
            </a:r>
            <a:r>
              <a:rPr lang="zh-CN" altLang="en-US"/>
              <a:t>，所以请确保您的类至少有一个无参构造函数。</a:t>
            </a:r>
            <a:endParaRPr lang="en-US" altLang="zh-CN"/>
          </a:p>
          <a:p>
            <a:pPr marL="1371600" lvl="2" indent="-457200">
              <a:buFont typeface="Wingdings" panose="05000000000000000000" pitchFamily="2" charset="2"/>
              <a:buChar char="Ø"/>
            </a:pPr>
            <a:r>
              <a:rPr lang="en-US" altLang="zh-CN"/>
              <a:t>AutoFunc</a:t>
            </a:r>
            <a:r>
              <a:rPr lang="zh-CN" altLang="en-US"/>
              <a:t>并不支持引用传参，如果您想改变传入对象的状态，请使用它的指针代替引用传参。</a:t>
            </a:r>
            <a:endParaRPr lang="en-US" altLang="zh-CN"/>
          </a:p>
          <a:p>
            <a:pPr marL="1371600" lvl="2" indent="-457200">
              <a:buFont typeface="Wingdings" panose="05000000000000000000" pitchFamily="2" charset="2"/>
              <a:buChar char="Ø"/>
            </a:pPr>
            <a:r>
              <a:rPr lang="en-US" altLang="zh-CN"/>
              <a:t>AutoFunc</a:t>
            </a:r>
            <a:r>
              <a:rPr lang="zh-CN" altLang="en-US"/>
              <a:t>并不支持函数重载和默认参数。</a:t>
            </a:r>
          </a:p>
          <a:p>
            <a:endParaRPr lang="en-US" altLang="zh-CN"/>
          </a:p>
          <a:p>
            <a:endParaRPr lang="zh-CN" altLang="en-US"/>
          </a:p>
        </p:txBody>
      </p:sp>
      <p:sp>
        <p:nvSpPr>
          <p:cNvPr id="3" name="日期占位符 2">
            <a:extLst>
              <a:ext uri="{FF2B5EF4-FFF2-40B4-BE49-F238E27FC236}">
                <a16:creationId xmlns:a16="http://schemas.microsoft.com/office/drawing/2014/main" id="{76E75843-BD45-4FC6-836B-2AED84889EC9}"/>
              </a:ext>
            </a:extLst>
          </p:cNvPr>
          <p:cNvSpPr>
            <a:spLocks noGrp="1"/>
          </p:cNvSpPr>
          <p:nvPr>
            <p:ph type="dt" sz="half" idx="13"/>
          </p:nvPr>
        </p:nvSpPr>
        <p:spPr/>
        <p:txBody>
          <a:bodyPr/>
          <a:lstStyle/>
          <a:p>
            <a:fld id="{0C91CA04-7F6D-49F1-B8AB-679AE9B631EE}" type="datetime3">
              <a:rPr lang="zh-CN" altLang="en-US" smtClean="0"/>
              <a:t>2021年5月30日星期日</a:t>
            </a:fld>
            <a:endParaRPr lang="zh-CN" altLang="en-US"/>
          </a:p>
        </p:txBody>
      </p:sp>
      <p:sp>
        <p:nvSpPr>
          <p:cNvPr id="5" name="页脚占位符 4">
            <a:extLst>
              <a:ext uri="{FF2B5EF4-FFF2-40B4-BE49-F238E27FC236}">
                <a16:creationId xmlns:a16="http://schemas.microsoft.com/office/drawing/2014/main" id="{36551E64-83DA-478D-B9E1-F0B7A045F0FF}"/>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3486284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723AD4-207D-4007-8FE2-23EACAA07F98}"/>
              </a:ext>
            </a:extLst>
          </p:cNvPr>
          <p:cNvSpPr>
            <a:spLocks noGrp="1"/>
          </p:cNvSpPr>
          <p:nvPr>
            <p:ph type="title"/>
          </p:nvPr>
        </p:nvSpPr>
        <p:spPr/>
        <p:txBody>
          <a:bodyPr/>
          <a:lstStyle/>
          <a:p>
            <a:r>
              <a:rPr lang="en-US" altLang="zh-CN"/>
              <a:t>Mfx</a:t>
            </a:r>
            <a:r>
              <a:rPr lang="zh-CN" altLang="en-US"/>
              <a:t>线程管理</a:t>
            </a:r>
            <a:r>
              <a:rPr lang="en-US" altLang="zh-CN"/>
              <a:t>_0</a:t>
            </a:r>
            <a:endParaRPr lang="zh-CN" altLang="en-US"/>
          </a:p>
        </p:txBody>
      </p:sp>
      <p:sp>
        <p:nvSpPr>
          <p:cNvPr id="3" name="竖排文字占位符 2">
            <a:extLst>
              <a:ext uri="{FF2B5EF4-FFF2-40B4-BE49-F238E27FC236}">
                <a16:creationId xmlns:a16="http://schemas.microsoft.com/office/drawing/2014/main" id="{9F43E571-6374-4F41-B287-7322832BC67A}"/>
              </a:ext>
            </a:extLst>
          </p:cNvPr>
          <p:cNvSpPr>
            <a:spLocks noGrp="1"/>
          </p:cNvSpPr>
          <p:nvPr>
            <p:ph type="body" orient="vert" idx="1"/>
          </p:nvPr>
        </p:nvSpPr>
        <p:spPr/>
        <p:txBody>
          <a:bodyPr>
            <a:normAutofit lnSpcReduction="10000"/>
          </a:bodyPr>
          <a:lstStyle/>
          <a:p>
            <a:r>
              <a:rPr lang="en-US" altLang="zh-CN"/>
              <a:t>MFX</a:t>
            </a:r>
            <a:r>
              <a:rPr lang="zh-CN" altLang="en-US"/>
              <a:t>提供了一套简单的线程池管理。</a:t>
            </a:r>
            <a:endParaRPr lang="en-US" altLang="zh-CN"/>
          </a:p>
          <a:p>
            <a:r>
              <a:rPr lang="zh-CN" altLang="en-US"/>
              <a:t>线程管理包含了一个异步线程、异步线程定时器、异步传参机制、线程锁。</a:t>
            </a:r>
            <a:endParaRPr lang="en-US" altLang="zh-CN"/>
          </a:p>
          <a:p>
            <a:r>
              <a:rPr lang="zh-CN" altLang="en-US"/>
              <a:t>其中，反射线程需要</a:t>
            </a:r>
            <a:r>
              <a:rPr lang="en-US" altLang="zh-CN">
                <a:hlinkClick r:id="rId2" action="ppaction://hlinksldjump"/>
              </a:rPr>
              <a:t>MFX</a:t>
            </a:r>
            <a:r>
              <a:rPr lang="zh-CN" altLang="en-US" cap="none">
                <a:hlinkClick r:id="rId2" action="ppaction://hlinksldjump"/>
              </a:rPr>
              <a:t>反射框架</a:t>
            </a:r>
            <a:r>
              <a:rPr lang="zh-CN" altLang="en-US" cap="none"/>
              <a:t>的支持。</a:t>
            </a:r>
            <a:endParaRPr lang="zh-CN" altLang="en-US"/>
          </a:p>
        </p:txBody>
      </p:sp>
      <p:sp>
        <p:nvSpPr>
          <p:cNvPr id="4" name="竖排文字占位符 3">
            <a:extLst>
              <a:ext uri="{FF2B5EF4-FFF2-40B4-BE49-F238E27FC236}">
                <a16:creationId xmlns:a16="http://schemas.microsoft.com/office/drawing/2014/main" id="{2C8E1D27-FEB3-46F7-9604-B486503A97E3}"/>
              </a:ext>
            </a:extLst>
          </p:cNvPr>
          <p:cNvSpPr>
            <a:spLocks noGrp="1"/>
          </p:cNvSpPr>
          <p:nvPr>
            <p:ph type="body" orient="vert" idx="12"/>
          </p:nvPr>
        </p:nvSpPr>
        <p:spPr/>
        <p:txBody>
          <a:bodyPr>
            <a:normAutofit fontScale="92500" lnSpcReduction="20000"/>
          </a:bodyPr>
          <a:lstStyle/>
          <a:p>
            <a:r>
              <a:rPr lang="en-US" altLang="zh-CN"/>
              <a:t>MFX</a:t>
            </a:r>
            <a:r>
              <a:rPr lang="zh-CN" altLang="en-US"/>
              <a:t>的线程池都是异步的，所以</a:t>
            </a:r>
            <a:r>
              <a:rPr lang="en-US" altLang="zh-CN"/>
              <a:t>MFX</a:t>
            </a:r>
            <a:r>
              <a:rPr lang="zh-CN" altLang="en-US"/>
              <a:t>为此提供了一个</a:t>
            </a:r>
            <a:r>
              <a:rPr lang="en-US" altLang="zh-CN"/>
              <a:t>MfxParam</a:t>
            </a:r>
            <a:r>
              <a:rPr lang="zh-CN" altLang="en-US"/>
              <a:t>类。</a:t>
            </a:r>
            <a:endParaRPr lang="en-US" altLang="zh-CN"/>
          </a:p>
          <a:p>
            <a:r>
              <a:rPr lang="en-US" altLang="zh-CN"/>
              <a:t>MfxParam</a:t>
            </a:r>
            <a:r>
              <a:rPr lang="zh-CN" altLang="en-US"/>
              <a:t>允许用户传入临时变量或者临时对象，这样就可以直接将其作为异步参数传入异步线程或者异步定时器中。</a:t>
            </a:r>
            <a:endParaRPr lang="en-US" altLang="zh-CN"/>
          </a:p>
          <a:p>
            <a:r>
              <a:rPr lang="en-US" altLang="zh-CN"/>
              <a:t>MFX</a:t>
            </a:r>
            <a:r>
              <a:rPr lang="zh-CN" altLang="en-US"/>
              <a:t>线程池的分为两类：反射线程和回调线程。</a:t>
            </a:r>
            <a:endParaRPr lang="en-US" altLang="zh-CN"/>
          </a:p>
          <a:p>
            <a:pPr marL="1257300" lvl="2" indent="-342900">
              <a:buFont typeface="Wingdings" panose="05000000000000000000" pitchFamily="2" charset="2"/>
              <a:buChar char="Ø"/>
            </a:pPr>
            <a:r>
              <a:rPr lang="zh-CN" altLang="en-US"/>
              <a:t>反射线程允许传入对象指针和接收方法字符串，通过反射调用对象的指定方法</a:t>
            </a:r>
            <a:endParaRPr lang="en-US" altLang="zh-CN"/>
          </a:p>
          <a:p>
            <a:pPr marL="1257300" lvl="2" indent="-342900">
              <a:buFont typeface="Wingdings" panose="05000000000000000000" pitchFamily="2" charset="2"/>
              <a:buChar char="Ø"/>
            </a:pPr>
            <a:r>
              <a:rPr lang="zh-CN" altLang="en-US"/>
              <a:t>回调线程允许传入符合规范的回调函数指针，通过指针调用指定的函数</a:t>
            </a:r>
            <a:endParaRPr lang="en-US" altLang="zh-CN"/>
          </a:p>
          <a:p>
            <a:r>
              <a:rPr lang="en-US" altLang="zh-CN"/>
              <a:t>MfxParam</a:t>
            </a:r>
            <a:r>
              <a:rPr lang="zh-CN" altLang="en-US"/>
              <a:t>传递机制和智能指针类似，在</a:t>
            </a:r>
            <a:r>
              <a:rPr lang="en-US" altLang="zh-CN"/>
              <a:t>MfxParam</a:t>
            </a:r>
            <a:r>
              <a:rPr lang="zh-CN" altLang="en-US"/>
              <a:t>拷贝的同时，并不会多次拷贝内部保存的参数</a:t>
            </a:r>
            <a:r>
              <a:rPr lang="en-US" altLang="zh-CN"/>
              <a:t>(</a:t>
            </a:r>
            <a:r>
              <a:rPr lang="zh-CN" altLang="en-US"/>
              <a:t>只拷贝一次</a:t>
            </a:r>
            <a:r>
              <a:rPr lang="en-US" altLang="zh-CN"/>
              <a:t>)</a:t>
            </a:r>
            <a:r>
              <a:rPr lang="zh-CN" altLang="en-US"/>
              <a:t>，而是传递参数们的指针和引用计数。在引用计数归零之前，内部保存的参数不会被销毁。</a:t>
            </a:r>
            <a:endParaRPr lang="en-US" altLang="zh-CN"/>
          </a:p>
          <a:p>
            <a:r>
              <a:rPr lang="zh-CN" altLang="en-US"/>
              <a:t>使用</a:t>
            </a:r>
            <a:r>
              <a:rPr lang="en-US" altLang="zh-CN"/>
              <a:t>MfxParam::push_back(T&amp;&amp;val)</a:t>
            </a:r>
            <a:r>
              <a:rPr lang="zh-CN" altLang="en-US"/>
              <a:t>在参数列表中添加参数</a:t>
            </a:r>
            <a:endParaRPr lang="en-US" altLang="zh-CN"/>
          </a:p>
          <a:p>
            <a:r>
              <a:rPr lang="zh-CN" altLang="en-US"/>
              <a:t>使用</a:t>
            </a:r>
            <a:r>
              <a:rPr lang="en-US" altLang="zh-CN"/>
              <a:t>MfxParam::GetParamSize()</a:t>
            </a:r>
            <a:r>
              <a:rPr lang="zh-CN" altLang="en-US"/>
              <a:t>获取参数列表长度</a:t>
            </a:r>
            <a:endParaRPr lang="en-US" altLang="zh-CN"/>
          </a:p>
          <a:p>
            <a:r>
              <a:rPr lang="zh-CN" altLang="en-US"/>
              <a:t>使用</a:t>
            </a:r>
            <a:r>
              <a:rPr lang="en-US" altLang="zh-CN"/>
              <a:t>GetParam(param, type, place)</a:t>
            </a:r>
            <a:r>
              <a:rPr lang="zh-CN" altLang="en-US"/>
              <a:t>宏获取</a:t>
            </a:r>
            <a:r>
              <a:rPr lang="en-US" altLang="zh-CN"/>
              <a:t>MfxParam</a:t>
            </a:r>
            <a:r>
              <a:rPr lang="zh-CN" altLang="en-US"/>
              <a:t>对应位置的对应类型参数的引用。</a:t>
            </a:r>
            <a:endParaRPr lang="en-US" altLang="zh-CN"/>
          </a:p>
        </p:txBody>
      </p:sp>
      <p:sp>
        <p:nvSpPr>
          <p:cNvPr id="5" name="日期占位符 4">
            <a:extLst>
              <a:ext uri="{FF2B5EF4-FFF2-40B4-BE49-F238E27FC236}">
                <a16:creationId xmlns:a16="http://schemas.microsoft.com/office/drawing/2014/main" id="{2B9250F4-3609-4765-B166-2A276D2B97BE}"/>
              </a:ext>
            </a:extLst>
          </p:cNvPr>
          <p:cNvSpPr>
            <a:spLocks noGrp="1"/>
          </p:cNvSpPr>
          <p:nvPr>
            <p:ph type="dt" sz="half" idx="13"/>
          </p:nvPr>
        </p:nvSpPr>
        <p:spPr/>
        <p:txBody>
          <a:bodyPr/>
          <a:lstStyle/>
          <a:p>
            <a:fld id="{8EF0D323-09BF-4589-8DDD-3E771F55E319}" type="datetime3">
              <a:rPr lang="zh-CN" altLang="en-US" smtClean="0"/>
              <a:t>2021年5月30日星期日</a:t>
            </a:fld>
            <a:endParaRPr lang="zh-CN" altLang="en-US"/>
          </a:p>
        </p:txBody>
      </p:sp>
      <p:sp>
        <p:nvSpPr>
          <p:cNvPr id="6" name="页脚占位符 5">
            <a:extLst>
              <a:ext uri="{FF2B5EF4-FFF2-40B4-BE49-F238E27FC236}">
                <a16:creationId xmlns:a16="http://schemas.microsoft.com/office/drawing/2014/main" id="{77FE289D-1A0A-40D0-8AE5-37163A6326B7}"/>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256021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723AD4-207D-4007-8FE2-23EACAA07F98}"/>
              </a:ext>
            </a:extLst>
          </p:cNvPr>
          <p:cNvSpPr>
            <a:spLocks noGrp="1"/>
          </p:cNvSpPr>
          <p:nvPr>
            <p:ph type="title"/>
          </p:nvPr>
        </p:nvSpPr>
        <p:spPr/>
        <p:txBody>
          <a:bodyPr/>
          <a:lstStyle/>
          <a:p>
            <a:r>
              <a:rPr lang="en-US" altLang="zh-CN"/>
              <a:t>Mfx</a:t>
            </a:r>
            <a:r>
              <a:rPr lang="zh-CN" altLang="en-US"/>
              <a:t>线程管理</a:t>
            </a:r>
            <a:r>
              <a:rPr lang="en-US" altLang="zh-CN"/>
              <a:t>_1</a:t>
            </a:r>
            <a:endParaRPr lang="zh-CN" altLang="en-US"/>
          </a:p>
        </p:txBody>
      </p:sp>
      <p:sp>
        <p:nvSpPr>
          <p:cNvPr id="3" name="竖排文字占位符 2">
            <a:extLst>
              <a:ext uri="{FF2B5EF4-FFF2-40B4-BE49-F238E27FC236}">
                <a16:creationId xmlns:a16="http://schemas.microsoft.com/office/drawing/2014/main" id="{9F43E571-6374-4F41-B287-7322832BC67A}"/>
              </a:ext>
            </a:extLst>
          </p:cNvPr>
          <p:cNvSpPr>
            <a:spLocks noGrp="1"/>
          </p:cNvSpPr>
          <p:nvPr>
            <p:ph type="body" orient="vert" idx="1"/>
          </p:nvPr>
        </p:nvSpPr>
        <p:spPr/>
        <p:txBody>
          <a:bodyPr>
            <a:normAutofit lnSpcReduction="10000"/>
          </a:bodyPr>
          <a:lstStyle/>
          <a:p>
            <a:r>
              <a:rPr lang="en-US" altLang="zh-CN"/>
              <a:t>MFX</a:t>
            </a:r>
            <a:r>
              <a:rPr lang="zh-CN" altLang="en-US"/>
              <a:t>提供了一套简单的线程池管理。</a:t>
            </a:r>
            <a:endParaRPr lang="en-US" altLang="zh-CN"/>
          </a:p>
          <a:p>
            <a:r>
              <a:rPr lang="zh-CN" altLang="en-US"/>
              <a:t>线程管理包含了一个异步线程、异步线程定时器、异步传参机制、线程锁。</a:t>
            </a:r>
            <a:endParaRPr lang="en-US" altLang="zh-CN"/>
          </a:p>
          <a:p>
            <a:r>
              <a:rPr lang="zh-CN" altLang="en-US"/>
              <a:t>其中，反射线程需要</a:t>
            </a:r>
            <a:r>
              <a:rPr lang="en-US" altLang="zh-CN">
                <a:hlinkClick r:id="rId2" action="ppaction://hlinksldjump"/>
              </a:rPr>
              <a:t>MFX</a:t>
            </a:r>
            <a:r>
              <a:rPr lang="zh-CN" altLang="en-US" cap="none">
                <a:hlinkClick r:id="rId2" action="ppaction://hlinksldjump"/>
              </a:rPr>
              <a:t>反射框架</a:t>
            </a:r>
            <a:r>
              <a:rPr lang="zh-CN" altLang="en-US" cap="none"/>
              <a:t>的支持。</a:t>
            </a:r>
            <a:endParaRPr lang="zh-CN" altLang="en-US"/>
          </a:p>
        </p:txBody>
      </p:sp>
      <p:sp>
        <p:nvSpPr>
          <p:cNvPr id="4" name="竖排文字占位符 3">
            <a:extLst>
              <a:ext uri="{FF2B5EF4-FFF2-40B4-BE49-F238E27FC236}">
                <a16:creationId xmlns:a16="http://schemas.microsoft.com/office/drawing/2014/main" id="{2C8E1D27-FEB3-46F7-9604-B486503A97E3}"/>
              </a:ext>
            </a:extLst>
          </p:cNvPr>
          <p:cNvSpPr>
            <a:spLocks noGrp="1"/>
          </p:cNvSpPr>
          <p:nvPr>
            <p:ph type="body" orient="vert" idx="12"/>
          </p:nvPr>
        </p:nvSpPr>
        <p:spPr/>
        <p:txBody>
          <a:bodyPr>
            <a:normAutofit fontScale="92500" lnSpcReduction="20000"/>
          </a:bodyPr>
          <a:lstStyle/>
          <a:p>
            <a:r>
              <a:rPr lang="en-US" altLang="zh-CN"/>
              <a:t>MfxMemberLock</a:t>
            </a:r>
            <a:r>
              <a:rPr lang="zh-CN" altLang="en-US"/>
              <a:t>提供了一个线程锁，它支持对参数地址上锁，保证同一时间只有一个线程访问这个参数。</a:t>
            </a:r>
            <a:endParaRPr lang="en-US" altLang="zh-CN"/>
          </a:p>
          <a:p>
            <a:r>
              <a:rPr lang="en-US" altLang="zh-CN"/>
              <a:t>MfxMemberLock::WaitLock(void*)</a:t>
            </a:r>
            <a:r>
              <a:rPr lang="zh-CN" altLang="en-US"/>
              <a:t>传入一个参数地址，对这个地址生成一个唯一的键值对，然后上锁，如果上锁的时候该参数被其他线程占用，那么这个函数就会等待直到另一个线程释放这个参数。必须配合</a:t>
            </a:r>
            <a:r>
              <a:rPr lang="en-US" altLang="zh-CN"/>
              <a:t>::UnLock(void*)</a:t>
            </a:r>
            <a:r>
              <a:rPr lang="zh-CN" altLang="en-US"/>
              <a:t>使用！</a:t>
            </a:r>
            <a:endParaRPr lang="en-US" altLang="zh-CN"/>
          </a:p>
          <a:p>
            <a:r>
              <a:rPr lang="en-US" altLang="zh-CN"/>
              <a:t>MfxMemberLock::TryWaitLock(void*,…)</a:t>
            </a:r>
            <a:r>
              <a:rPr lang="zh-CN" altLang="en-US"/>
              <a:t>传入多个参数地址，对这些地址分别生成唯一的键值对，然后上锁，如果上锁的时候这些参数被其他线程占用，那么本方法就会释放这些参数，然后尝试重新上锁。如此循环直到能够一次性全部上锁为止。必须配合</a:t>
            </a:r>
            <a:r>
              <a:rPr lang="en-US" altLang="zh-CN"/>
              <a:t>::UnLock(void*,…)</a:t>
            </a:r>
            <a:r>
              <a:rPr lang="zh-CN" altLang="en-US"/>
              <a:t>使用！</a:t>
            </a:r>
            <a:endParaRPr lang="en-US" altLang="zh-CN"/>
          </a:p>
          <a:p>
            <a:r>
              <a:rPr lang="en-US" altLang="zh-CN"/>
              <a:t>MfxMemberLock::TryLock(void*,…)</a:t>
            </a:r>
            <a:r>
              <a:rPr lang="zh-CN" altLang="en-US"/>
              <a:t>传入多个参数地址，对这些地址分别生成唯一的键值对，然后上锁，如果上锁的时候这些参数被其他线程占用，那么本方法就会释放这些参数。成功上锁返回值为</a:t>
            </a:r>
            <a:r>
              <a:rPr lang="en-US" altLang="zh-CN"/>
              <a:t>True</a:t>
            </a:r>
            <a:r>
              <a:rPr lang="zh-CN" altLang="en-US"/>
              <a:t>，失败为</a:t>
            </a:r>
            <a:r>
              <a:rPr lang="en-US" altLang="zh-CN"/>
              <a:t>False</a:t>
            </a:r>
            <a:r>
              <a:rPr lang="zh-CN" altLang="en-US"/>
              <a:t>。每一个返回值为</a:t>
            </a:r>
            <a:r>
              <a:rPr lang="en-US" altLang="zh-CN"/>
              <a:t>True</a:t>
            </a:r>
            <a:r>
              <a:rPr lang="zh-CN" altLang="en-US"/>
              <a:t>的</a:t>
            </a:r>
            <a:r>
              <a:rPr lang="en-US" altLang="zh-CN"/>
              <a:t>::TryLock</a:t>
            </a:r>
            <a:r>
              <a:rPr lang="zh-CN" altLang="en-US"/>
              <a:t>都必须配合一个</a:t>
            </a:r>
            <a:r>
              <a:rPr lang="en-US" altLang="zh-CN"/>
              <a:t>::UnLock(void*,…)</a:t>
            </a:r>
            <a:r>
              <a:rPr lang="zh-CN" altLang="en-US"/>
              <a:t>使用！</a:t>
            </a:r>
            <a:endParaRPr lang="en-US" altLang="zh-CN"/>
          </a:p>
          <a:p>
            <a:endParaRPr lang="en-US" altLang="zh-CN"/>
          </a:p>
          <a:p>
            <a:endParaRPr lang="en-US" altLang="zh-CN"/>
          </a:p>
        </p:txBody>
      </p:sp>
      <p:sp>
        <p:nvSpPr>
          <p:cNvPr id="5" name="日期占位符 4">
            <a:extLst>
              <a:ext uri="{FF2B5EF4-FFF2-40B4-BE49-F238E27FC236}">
                <a16:creationId xmlns:a16="http://schemas.microsoft.com/office/drawing/2014/main" id="{83794CCF-DD60-4B23-8C41-5994872BC0E8}"/>
              </a:ext>
            </a:extLst>
          </p:cNvPr>
          <p:cNvSpPr>
            <a:spLocks noGrp="1"/>
          </p:cNvSpPr>
          <p:nvPr>
            <p:ph type="dt" sz="half" idx="13"/>
          </p:nvPr>
        </p:nvSpPr>
        <p:spPr/>
        <p:txBody>
          <a:bodyPr/>
          <a:lstStyle/>
          <a:p>
            <a:fld id="{2789DBDA-06DE-4DF2-A5DE-ADD9F6029E86}" type="datetime3">
              <a:rPr lang="zh-CN" altLang="en-US" smtClean="0"/>
              <a:t>2021年5月30日星期日</a:t>
            </a:fld>
            <a:endParaRPr lang="zh-CN" altLang="en-US"/>
          </a:p>
        </p:txBody>
      </p:sp>
      <p:sp>
        <p:nvSpPr>
          <p:cNvPr id="6" name="页脚占位符 5">
            <a:extLst>
              <a:ext uri="{FF2B5EF4-FFF2-40B4-BE49-F238E27FC236}">
                <a16:creationId xmlns:a16="http://schemas.microsoft.com/office/drawing/2014/main" id="{67D1930C-B136-4A05-886B-4FC9E9F020E7}"/>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2036429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994229-85D6-4D1B-8044-31A417AFADD7}"/>
              </a:ext>
            </a:extLst>
          </p:cNvPr>
          <p:cNvSpPr>
            <a:spLocks noGrp="1"/>
          </p:cNvSpPr>
          <p:nvPr>
            <p:ph type="title"/>
          </p:nvPr>
        </p:nvSpPr>
        <p:spPr/>
        <p:txBody>
          <a:bodyPr/>
          <a:lstStyle/>
          <a:p>
            <a:r>
              <a:rPr lang="en-US" altLang="zh-CN"/>
              <a:t>MFX</a:t>
            </a:r>
            <a:r>
              <a:rPr lang="zh-CN" altLang="en-US"/>
              <a:t>对象交互</a:t>
            </a:r>
          </a:p>
        </p:txBody>
      </p:sp>
      <p:sp>
        <p:nvSpPr>
          <p:cNvPr id="3" name="竖排文字占位符 2">
            <a:extLst>
              <a:ext uri="{FF2B5EF4-FFF2-40B4-BE49-F238E27FC236}">
                <a16:creationId xmlns:a16="http://schemas.microsoft.com/office/drawing/2014/main" id="{74E108C5-432C-4DB4-9953-89E76CC25ADA}"/>
              </a:ext>
            </a:extLst>
          </p:cNvPr>
          <p:cNvSpPr>
            <a:spLocks noGrp="1"/>
          </p:cNvSpPr>
          <p:nvPr>
            <p:ph type="body" orient="vert" idx="1"/>
          </p:nvPr>
        </p:nvSpPr>
        <p:spPr/>
        <p:txBody>
          <a:bodyPr>
            <a:normAutofit fontScale="92500" lnSpcReduction="10000"/>
          </a:bodyPr>
          <a:lstStyle/>
          <a:p>
            <a:r>
              <a:rPr lang="en-US" altLang="zh-CN"/>
              <a:t>MFX</a:t>
            </a:r>
            <a:r>
              <a:rPr lang="zh-CN" altLang="en-US"/>
              <a:t>为对象间交互提供了一个简单的接口，这个接口是基于</a:t>
            </a:r>
            <a:r>
              <a:rPr lang="en-US" altLang="zh-CN">
                <a:hlinkClick r:id="rId2" action="ppaction://hlinksldjump"/>
              </a:rPr>
              <a:t>MFX</a:t>
            </a:r>
            <a:r>
              <a:rPr lang="zh-CN" altLang="en-US">
                <a:hlinkClick r:id="rId2" action="ppaction://hlinksldjump"/>
              </a:rPr>
              <a:t>反射框架</a:t>
            </a:r>
            <a:r>
              <a:rPr lang="zh-CN" altLang="en-US"/>
              <a:t>和</a:t>
            </a:r>
            <a:r>
              <a:rPr lang="en-US" altLang="zh-CN">
                <a:hlinkClick r:id="rId3" action="ppaction://hlinksldjump"/>
              </a:rPr>
              <a:t>MFX</a:t>
            </a:r>
            <a:r>
              <a:rPr lang="zh-CN" altLang="en-US">
                <a:hlinkClick r:id="rId3" action="ppaction://hlinksldjump"/>
              </a:rPr>
              <a:t>线程管理</a:t>
            </a:r>
            <a:r>
              <a:rPr lang="zh-CN" altLang="en-US"/>
              <a:t>的。</a:t>
            </a:r>
            <a:endParaRPr lang="en-US" altLang="zh-CN"/>
          </a:p>
          <a:p>
            <a:r>
              <a:rPr lang="en-US" altLang="zh-CN"/>
              <a:t>MfxSignal</a:t>
            </a:r>
            <a:r>
              <a:rPr lang="zh-CN" altLang="en-US"/>
              <a:t>允许用户发送同步消息或者异步消息给所有绑定在</a:t>
            </a:r>
            <a:r>
              <a:rPr lang="en-US" altLang="zh-CN"/>
              <a:t>MfxSignal</a:t>
            </a:r>
            <a:r>
              <a:rPr lang="zh-CN" altLang="en-US"/>
              <a:t>内的对象。</a:t>
            </a:r>
          </a:p>
        </p:txBody>
      </p:sp>
      <p:sp>
        <p:nvSpPr>
          <p:cNvPr id="4" name="竖排文字占位符 3">
            <a:extLst>
              <a:ext uri="{FF2B5EF4-FFF2-40B4-BE49-F238E27FC236}">
                <a16:creationId xmlns:a16="http://schemas.microsoft.com/office/drawing/2014/main" id="{192C4CB9-41D1-4B6E-BEC8-B4D3FCD5458E}"/>
              </a:ext>
            </a:extLst>
          </p:cNvPr>
          <p:cNvSpPr>
            <a:spLocks noGrp="1"/>
          </p:cNvSpPr>
          <p:nvPr>
            <p:ph type="body" orient="vert" idx="12"/>
          </p:nvPr>
        </p:nvSpPr>
        <p:spPr/>
        <p:txBody>
          <a:bodyPr>
            <a:normAutofit fontScale="92500" lnSpcReduction="20000"/>
          </a:bodyPr>
          <a:lstStyle/>
          <a:p>
            <a:r>
              <a:rPr lang="zh-CN" altLang="en-US"/>
              <a:t>如果一个对象想接收由</a:t>
            </a:r>
            <a:r>
              <a:rPr lang="en-US" altLang="zh-CN"/>
              <a:t>MfxSignal</a:t>
            </a:r>
            <a:r>
              <a:rPr lang="zh-CN" altLang="en-US"/>
              <a:t>发送的消息，请为这个对象实现</a:t>
            </a:r>
            <a:r>
              <a:rPr lang="en-US" altLang="zh-CN">
                <a:hlinkClick r:id="rId2" action="ppaction://hlinksldjump"/>
              </a:rPr>
              <a:t>MFX</a:t>
            </a:r>
            <a:r>
              <a:rPr lang="zh-CN" altLang="en-US" cap="none">
                <a:hlinkClick r:id="rId2" action="ppaction://hlinksldjump"/>
              </a:rPr>
              <a:t>反射框架</a:t>
            </a:r>
            <a:r>
              <a:rPr lang="zh-CN" altLang="en-US" cap="none"/>
              <a:t>。</a:t>
            </a:r>
            <a:endParaRPr lang="en-US" altLang="zh-CN" cap="none"/>
          </a:p>
          <a:p>
            <a:r>
              <a:rPr lang="zh-CN" altLang="en-US"/>
              <a:t>使用</a:t>
            </a:r>
            <a:r>
              <a:rPr lang="en-US" altLang="zh-CN"/>
              <a:t>MfxSignal::PushBackReceiver(MfxBase* recvObject, MfxString recvFunc)</a:t>
            </a:r>
            <a:r>
              <a:rPr lang="zh-CN" altLang="en-US"/>
              <a:t>来为</a:t>
            </a:r>
            <a:r>
              <a:rPr lang="en-US" altLang="zh-CN"/>
              <a:t>MfxSignal</a:t>
            </a:r>
            <a:r>
              <a:rPr lang="zh-CN" altLang="en-US"/>
              <a:t>添加一个处于队列尾部的接收者。</a:t>
            </a:r>
            <a:endParaRPr lang="en-US" altLang="zh-CN"/>
          </a:p>
          <a:p>
            <a:r>
              <a:rPr lang="zh-CN" altLang="en-US"/>
              <a:t>使用</a:t>
            </a:r>
            <a:r>
              <a:rPr lang="en-US" altLang="zh-CN"/>
              <a:t>MfxSignal::RemoveReceiver (MfxBase* recvObject, MfxString recvFunc)</a:t>
            </a:r>
            <a:r>
              <a:rPr lang="zh-CN" altLang="en-US"/>
              <a:t>来为</a:t>
            </a:r>
            <a:r>
              <a:rPr lang="en-US" altLang="zh-CN"/>
              <a:t>MfxSignal</a:t>
            </a:r>
            <a:r>
              <a:rPr lang="zh-CN" altLang="en-US"/>
              <a:t>移除一个接收者。</a:t>
            </a:r>
            <a:endParaRPr lang="en-US" altLang="zh-CN"/>
          </a:p>
          <a:p>
            <a:r>
              <a:rPr lang="zh-CN" altLang="en-US"/>
              <a:t>使用</a:t>
            </a:r>
            <a:r>
              <a:rPr lang="en-US" altLang="zh-CN"/>
              <a:t>MfxSignal::SendSignal(…)</a:t>
            </a:r>
            <a:r>
              <a:rPr lang="zh-CN" altLang="en-US"/>
              <a:t>发送一个同步消息给所有的接收者，等到全部的接收者接收完毕并处理完毕之后再返回。</a:t>
            </a:r>
            <a:endParaRPr lang="en-US" altLang="zh-CN"/>
          </a:p>
          <a:p>
            <a:r>
              <a:rPr lang="zh-CN" altLang="en-US"/>
              <a:t>使用</a:t>
            </a:r>
            <a:r>
              <a:rPr lang="en-US" altLang="zh-CN"/>
              <a:t>MfxSignal::PostSignal(…)</a:t>
            </a:r>
            <a:r>
              <a:rPr lang="zh-CN" altLang="en-US"/>
              <a:t>发送一个异步消息给所有的接收者，该函数立即返回，</a:t>
            </a:r>
            <a:r>
              <a:rPr lang="en-US" altLang="zh-CN"/>
              <a:t> MfxSignal</a:t>
            </a:r>
            <a:r>
              <a:rPr lang="zh-CN" altLang="en-US"/>
              <a:t>将会从线程池中申请一个线程，在另一个线程中处理这次发送。</a:t>
            </a:r>
            <a:endParaRPr lang="en-US" altLang="zh-CN"/>
          </a:p>
          <a:p>
            <a:r>
              <a:rPr lang="en-US" altLang="zh-CN"/>
              <a:t>MfxSignal</a:t>
            </a:r>
            <a:r>
              <a:rPr lang="zh-CN" altLang="en-US"/>
              <a:t>发送消息的时候，请注意，发送消息的参数数量必须大于等于接收函数参数数量。过多的参数会被截断。</a:t>
            </a:r>
            <a:endParaRPr lang="en-US" altLang="zh-CN"/>
          </a:p>
        </p:txBody>
      </p:sp>
      <p:sp>
        <p:nvSpPr>
          <p:cNvPr id="5" name="日期占位符 4">
            <a:extLst>
              <a:ext uri="{FF2B5EF4-FFF2-40B4-BE49-F238E27FC236}">
                <a16:creationId xmlns:a16="http://schemas.microsoft.com/office/drawing/2014/main" id="{1B5B4A23-3B0B-4D02-BC26-7E922E250FE9}"/>
              </a:ext>
            </a:extLst>
          </p:cNvPr>
          <p:cNvSpPr>
            <a:spLocks noGrp="1"/>
          </p:cNvSpPr>
          <p:nvPr>
            <p:ph type="dt" sz="half" idx="13"/>
          </p:nvPr>
        </p:nvSpPr>
        <p:spPr/>
        <p:txBody>
          <a:bodyPr/>
          <a:lstStyle/>
          <a:p>
            <a:fld id="{2C8F68A4-3137-49DD-A37B-5225E95B35AF}" type="datetime3">
              <a:rPr lang="zh-CN" altLang="en-US" smtClean="0"/>
              <a:t>2021年5月30日星期日</a:t>
            </a:fld>
            <a:endParaRPr lang="zh-CN" altLang="en-US"/>
          </a:p>
        </p:txBody>
      </p:sp>
      <p:sp>
        <p:nvSpPr>
          <p:cNvPr id="6" name="页脚占位符 5">
            <a:extLst>
              <a:ext uri="{FF2B5EF4-FFF2-40B4-BE49-F238E27FC236}">
                <a16:creationId xmlns:a16="http://schemas.microsoft.com/office/drawing/2014/main" id="{D94BDEB9-2998-4EC3-BAAC-9A5F96DBA73E}"/>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17705233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87259-5D44-4673-8C4F-AA353C155B51}"/>
              </a:ext>
            </a:extLst>
          </p:cNvPr>
          <p:cNvSpPr>
            <a:spLocks noGrp="1"/>
          </p:cNvSpPr>
          <p:nvPr>
            <p:ph type="title"/>
          </p:nvPr>
        </p:nvSpPr>
        <p:spPr/>
        <p:txBody>
          <a:bodyPr/>
          <a:lstStyle/>
          <a:p>
            <a:r>
              <a:rPr lang="en-US" altLang="zh-CN"/>
              <a:t>MFX</a:t>
            </a:r>
            <a:r>
              <a:rPr lang="zh-CN" altLang="en-US"/>
              <a:t>推断模板</a:t>
            </a:r>
          </a:p>
        </p:txBody>
      </p:sp>
      <p:sp>
        <p:nvSpPr>
          <p:cNvPr id="3" name="竖排文字占位符 2">
            <a:extLst>
              <a:ext uri="{FF2B5EF4-FFF2-40B4-BE49-F238E27FC236}">
                <a16:creationId xmlns:a16="http://schemas.microsoft.com/office/drawing/2014/main" id="{A932ED00-48E8-477C-B545-D1FA18058FB8}"/>
              </a:ext>
            </a:extLst>
          </p:cNvPr>
          <p:cNvSpPr>
            <a:spLocks noGrp="1"/>
          </p:cNvSpPr>
          <p:nvPr>
            <p:ph type="body" orient="vert" idx="1"/>
          </p:nvPr>
        </p:nvSpPr>
        <p:spPr/>
        <p:txBody>
          <a:bodyPr/>
          <a:lstStyle/>
          <a:p>
            <a:r>
              <a:rPr lang="en-US" altLang="zh-CN"/>
              <a:t>MFX</a:t>
            </a:r>
            <a:r>
              <a:rPr lang="zh-CN" altLang="en-US"/>
              <a:t>提供了一些简单的推断模板。</a:t>
            </a:r>
            <a:endParaRPr lang="en-US" altLang="zh-CN"/>
          </a:p>
          <a:p>
            <a:r>
              <a:rPr lang="zh-CN" altLang="en-US"/>
              <a:t>包括根据推断函数参数数量、推断函数的参数类型等基本模板。</a:t>
            </a:r>
          </a:p>
        </p:txBody>
      </p:sp>
      <p:sp>
        <p:nvSpPr>
          <p:cNvPr id="4" name="竖排文字占位符 3">
            <a:extLst>
              <a:ext uri="{FF2B5EF4-FFF2-40B4-BE49-F238E27FC236}">
                <a16:creationId xmlns:a16="http://schemas.microsoft.com/office/drawing/2014/main" id="{9E81E18B-AFA2-4514-BAF5-DF8D1C40B3C1}"/>
              </a:ext>
            </a:extLst>
          </p:cNvPr>
          <p:cNvSpPr>
            <a:spLocks noGrp="1"/>
          </p:cNvSpPr>
          <p:nvPr>
            <p:ph type="body" orient="vert" idx="12"/>
          </p:nvPr>
        </p:nvSpPr>
        <p:spPr/>
        <p:txBody>
          <a:bodyPr/>
          <a:lstStyle/>
          <a:p>
            <a:r>
              <a:rPr lang="zh-CN" altLang="en-US"/>
              <a:t>具体请看</a:t>
            </a:r>
            <a:r>
              <a:rPr lang="en-US" altLang="zh-CN"/>
              <a:t>MfxBase</a:t>
            </a:r>
            <a:r>
              <a:rPr lang="zh-CN" altLang="en-US"/>
              <a:t>源码实现。</a:t>
            </a:r>
          </a:p>
        </p:txBody>
      </p:sp>
      <p:sp>
        <p:nvSpPr>
          <p:cNvPr id="5" name="日期占位符 4">
            <a:extLst>
              <a:ext uri="{FF2B5EF4-FFF2-40B4-BE49-F238E27FC236}">
                <a16:creationId xmlns:a16="http://schemas.microsoft.com/office/drawing/2014/main" id="{5BB2DAD6-B0FB-42F6-B747-B2C224887491}"/>
              </a:ext>
            </a:extLst>
          </p:cNvPr>
          <p:cNvSpPr>
            <a:spLocks noGrp="1"/>
          </p:cNvSpPr>
          <p:nvPr>
            <p:ph type="dt" sz="half" idx="13"/>
          </p:nvPr>
        </p:nvSpPr>
        <p:spPr/>
        <p:txBody>
          <a:bodyPr/>
          <a:lstStyle/>
          <a:p>
            <a:fld id="{643B422B-51BB-4CA7-8F38-5CA57DEE8E81}" type="datetime3">
              <a:rPr lang="zh-CN" altLang="en-US" smtClean="0"/>
              <a:t>2021年5月30日星期日</a:t>
            </a:fld>
            <a:endParaRPr lang="zh-CN" altLang="en-US"/>
          </a:p>
        </p:txBody>
      </p:sp>
      <p:sp>
        <p:nvSpPr>
          <p:cNvPr id="6" name="页脚占位符 5">
            <a:extLst>
              <a:ext uri="{FF2B5EF4-FFF2-40B4-BE49-F238E27FC236}">
                <a16:creationId xmlns:a16="http://schemas.microsoft.com/office/drawing/2014/main" id="{A0D04A44-8F2E-4570-B204-AE46199C2673}"/>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1943939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80" name="矩形 79">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82" name="图片 81">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a:ext>
            </a:extLst>
          </a:blip>
          <a:srcRect b="-1562"/>
          <a:stretch/>
        </p:blipFill>
        <p:spPr bwMode="black">
          <a:xfrm>
            <a:off x="0" y="6126480"/>
            <a:ext cx="12192000" cy="742950"/>
          </a:xfrm>
          <a:prstGeom prst="rect">
            <a:avLst/>
          </a:prstGeom>
        </p:spPr>
      </p:pic>
      <p:cxnSp>
        <p:nvCxnSpPr>
          <p:cNvPr id="84" name="直接连接符 83">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4977F1E1-2B6F-4BB6-899F-67D8764D83C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5" name="图片 4" descr="白色楼梯">
            <a:extLst>
              <a:ext uri="{FF2B5EF4-FFF2-40B4-BE49-F238E27FC236}">
                <a16:creationId xmlns:a16="http://schemas.microsoft.com/office/drawing/2014/main" id="{BDEE4019-56F2-459C-B15D-76C0CDC216FA}"/>
              </a:ext>
            </a:extLst>
          </p:cNvPr>
          <p:cNvPicPr>
            <a:picLocks noChangeAspect="1"/>
          </p:cNvPicPr>
          <p:nvPr/>
        </p:nvPicPr>
        <p:blipFill rotWithShape="1">
          <a:blip r:embed="rId4">
            <a:extLst>
              <a:ext uri="{28A0092B-C50C-407E-A947-70E740481C1C}">
                <a14:useLocalDpi xmlns:a14="http://schemas.microsoft.com/office/drawing/2010/main"/>
              </a:ext>
            </a:extLst>
          </a:blip>
          <a:srcRect/>
          <a:stretch/>
        </p:blipFill>
        <p:spPr>
          <a:xfrm flipH="1">
            <a:off x="2" y="10"/>
            <a:ext cx="12191695" cy="6857990"/>
          </a:xfrm>
          <a:prstGeom prst="rect">
            <a:avLst/>
          </a:prstGeom>
          <a:solidFill>
            <a:schemeClr val="bg2">
              <a:lumMod val="90000"/>
            </a:schemeClr>
          </a:solidFill>
        </p:spPr>
      </p:pic>
      <p:sp>
        <p:nvSpPr>
          <p:cNvPr id="88" name="矩形 87">
            <a:extLst>
              <a:ext uri="{FF2B5EF4-FFF2-40B4-BE49-F238E27FC236}">
                <a16:creationId xmlns:a16="http://schemas.microsoft.com/office/drawing/2014/main" id="{6A0FFA78-985C-4F50-B21A-77045C7DF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rtl="0"/>
            <a:endParaRPr lang="zh-CN" altLang="en-US">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E734342C-2173-4B23-9C3C-2950C6A3983D}"/>
              </a:ext>
            </a:extLst>
          </p:cNvPr>
          <p:cNvSpPr>
            <a:spLocks noGrp="1"/>
          </p:cNvSpPr>
          <p:nvPr>
            <p:ph type="title"/>
          </p:nvPr>
        </p:nvSpPr>
        <p:spPr>
          <a:xfrm>
            <a:off x="4065511" y="3236470"/>
            <a:ext cx="6832500" cy="1252601"/>
          </a:xfrm>
        </p:spPr>
        <p:txBody>
          <a:bodyPr vert="horz" lIns="91440" tIns="45720" rIns="91440" bIns="0" rtlCol="0" anchor="b">
            <a:normAutofit/>
          </a:bodyPr>
          <a:lstStyle/>
          <a:p>
            <a:pPr rtl="0"/>
            <a:r>
              <a:rPr lang="en-US" altLang="zh-CN" sz="4100" cap="none">
                <a:solidFill>
                  <a:srgbClr val="FFFFFE"/>
                </a:solidFill>
                <a:ea typeface="Microsoft YaHei UI" panose="020B0503020204020204" pitchFamily="34" charset="-122"/>
              </a:rPr>
              <a:t>MicroFlakeX</a:t>
            </a:r>
            <a:endParaRPr lang="zh-CN" altLang="en-US" sz="4100" cap="none">
              <a:solidFill>
                <a:srgbClr val="FFFFFE"/>
              </a:solidFill>
              <a:ea typeface="Microsoft YaHei UI" panose="020B0503020204020204" pitchFamily="34" charset="-122"/>
            </a:endParaRPr>
          </a:p>
        </p:txBody>
      </p:sp>
      <p:sp>
        <p:nvSpPr>
          <p:cNvPr id="3" name="文本占位符 2">
            <a:extLst>
              <a:ext uri="{FF2B5EF4-FFF2-40B4-BE49-F238E27FC236}">
                <a16:creationId xmlns:a16="http://schemas.microsoft.com/office/drawing/2014/main" id="{6A75989C-CEF6-4790-9F3D-DDEC3CEECEF5}"/>
              </a:ext>
            </a:extLst>
          </p:cNvPr>
          <p:cNvSpPr>
            <a:spLocks noGrp="1"/>
          </p:cNvSpPr>
          <p:nvPr>
            <p:ph type="body" idx="1"/>
          </p:nvPr>
        </p:nvSpPr>
        <p:spPr>
          <a:xfrm>
            <a:off x="4065511" y="4780357"/>
            <a:ext cx="6832499" cy="716529"/>
          </a:xfrm>
        </p:spPr>
        <p:txBody>
          <a:bodyPr vert="horz" lIns="91440" tIns="91440" rIns="91440" bIns="91440" rtlCol="0">
            <a:normAutofit/>
          </a:bodyPr>
          <a:lstStyle/>
          <a:p>
            <a:pPr rtl="0"/>
            <a:r>
              <a:rPr lang="en-US" altLang="zh-CN" sz="1600">
                <a:solidFill>
                  <a:schemeClr val="bg2"/>
                </a:solidFill>
                <a:ea typeface="Microsoft YaHei UI" panose="020B0503020204020204" pitchFamily="34" charset="-122"/>
              </a:rPr>
              <a:t>https://github.com/yishengjun8/MicroFlakeX</a:t>
            </a:r>
            <a:endParaRPr lang="zh-CN" altLang="en-US" sz="1600">
              <a:solidFill>
                <a:schemeClr val="bg2"/>
              </a:solidFill>
              <a:ea typeface="Microsoft YaHei UI" panose="020B0503020204020204" pitchFamily="34" charset="-122"/>
            </a:endParaRPr>
          </a:p>
        </p:txBody>
      </p:sp>
      <p:cxnSp>
        <p:nvCxnSpPr>
          <p:cNvPr id="90" name="直接连接符 89">
            <a:extLst>
              <a:ext uri="{FF2B5EF4-FFF2-40B4-BE49-F238E27FC236}">
                <a16:creationId xmlns:a16="http://schemas.microsoft.com/office/drawing/2014/main" id="{65409EC7-69B1-45CC-8FB7-1964C1AB672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65509" y="4666480"/>
            <a:ext cx="6832499"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4" name="日期占位符 3">
            <a:extLst>
              <a:ext uri="{FF2B5EF4-FFF2-40B4-BE49-F238E27FC236}">
                <a16:creationId xmlns:a16="http://schemas.microsoft.com/office/drawing/2014/main" id="{063AB693-D1F0-4768-A9A9-29DB09E11647}"/>
              </a:ext>
            </a:extLst>
          </p:cNvPr>
          <p:cNvSpPr>
            <a:spLocks noGrp="1"/>
          </p:cNvSpPr>
          <p:nvPr>
            <p:ph type="dt" sz="half" idx="13"/>
          </p:nvPr>
        </p:nvSpPr>
        <p:spPr/>
        <p:txBody>
          <a:bodyPr/>
          <a:lstStyle/>
          <a:p>
            <a:fld id="{C2FD1994-6A46-4CC6-B7A5-A24B2A66D40D}" type="datetime3">
              <a:rPr lang="zh-CN" altLang="en-US" smtClean="0"/>
              <a:t>2021年5月30日星期日</a:t>
            </a:fld>
            <a:endParaRPr lang="zh-CN" altLang="en-US"/>
          </a:p>
        </p:txBody>
      </p:sp>
      <p:sp>
        <p:nvSpPr>
          <p:cNvPr id="6" name="页脚占位符 5">
            <a:extLst>
              <a:ext uri="{FF2B5EF4-FFF2-40B4-BE49-F238E27FC236}">
                <a16:creationId xmlns:a16="http://schemas.microsoft.com/office/drawing/2014/main" id="{9CA04006-5A82-4326-AA7F-2F4DCC14CA71}"/>
              </a:ext>
            </a:extLst>
          </p:cNvPr>
          <p:cNvSpPr>
            <a:spLocks noGrp="1"/>
          </p:cNvSpPr>
          <p:nvPr>
            <p:ph type="ftr" sz="quarter" idx="14"/>
          </p:nvPr>
        </p:nvSpPr>
        <p:spPr/>
        <p:txBody>
          <a:bodyPr/>
          <a:lstStyle/>
          <a:p>
            <a:r>
              <a:rPr lang="en-US" altLang="zh-CN"/>
              <a:t>yishengjun@gmail.com</a:t>
            </a:r>
            <a:endParaRPr lang="zh-CN" altLang="en-US"/>
          </a:p>
        </p:txBody>
      </p:sp>
    </p:spTree>
    <p:extLst>
      <p:ext uri="{BB962C8B-B14F-4D97-AF65-F5344CB8AC3E}">
        <p14:creationId xmlns:p14="http://schemas.microsoft.com/office/powerpoint/2010/main" val="3179833211"/>
      </p:ext>
    </p:extLst>
  </p:cSld>
  <p:clrMapOvr>
    <a:masterClrMapping/>
  </p:clrMapOvr>
</p:sld>
</file>

<file path=ppt/theme/theme1.xml><?xml version="1.0" encoding="utf-8"?>
<a:theme xmlns:a="http://schemas.openxmlformats.org/drawingml/2006/main" name="画廊">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1c2eb7a32e66fb6e4260f3771546a5e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04e1f6479c48b08974ba73b5ca973489"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DAABB37-1599-4AE8-818C-82E84CA93DF4}">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96CF9D2-F3E0-450F-B184-8D2A0EB8B18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CF9EC99-89FF-486C-9E02-31E13FD72E1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创作画廊主题</Template>
  <TotalTime>1037</TotalTime>
  <Words>1018</Words>
  <Application>Microsoft Office PowerPoint</Application>
  <PresentationFormat>宽屏</PresentationFormat>
  <Paragraphs>68</Paragraphs>
  <Slides>8</Slides>
  <Notes>3</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8</vt:i4>
      </vt:variant>
    </vt:vector>
  </HeadingPairs>
  <TitlesOfParts>
    <vt:vector size="13" baseType="lpstr">
      <vt:lpstr>Microsoft YaHei UI</vt:lpstr>
      <vt:lpstr>Arial</vt:lpstr>
      <vt:lpstr>Consolas</vt:lpstr>
      <vt:lpstr>Wingdings</vt:lpstr>
      <vt:lpstr>画廊</vt:lpstr>
      <vt:lpstr>MicroFlakeX</vt:lpstr>
      <vt:lpstr>MfxType的构成</vt:lpstr>
      <vt:lpstr>MFX基本类型</vt:lpstr>
      <vt:lpstr>Mfx线程管理_0</vt:lpstr>
      <vt:lpstr>Mfx线程管理_1</vt:lpstr>
      <vt:lpstr>MFX对象交互</vt:lpstr>
      <vt:lpstr>MFX推断模板</vt:lpstr>
      <vt:lpstr>MicroFlakeX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MicroFlakeX</dc:title>
  <dc:creator>渡河 而来的人</dc:creator>
  <cp:lastModifiedBy>渡河 而来的人</cp:lastModifiedBy>
  <cp:revision>25</cp:revision>
  <dcterms:created xsi:type="dcterms:W3CDTF">2021-05-29T14:40:22Z</dcterms:created>
  <dcterms:modified xsi:type="dcterms:W3CDTF">2021-05-30T07:59:10Z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